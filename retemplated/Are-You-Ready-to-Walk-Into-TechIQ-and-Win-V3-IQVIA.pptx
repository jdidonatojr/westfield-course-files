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ngesInfos/changesInfo1.xml" ContentType="application/vnd.ms-powerpoint.changesinfo+xml"/>
  <Override PartName="/ppt/embeddings/oleObject1.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handoutMasters/handoutMaster1.xml" ContentType="application/vnd.openxmlformats-officedocument.presentationml.handoutMaster+xml"/>
  <Override PartName="/ppt/media/image10.svg" ContentType="image/svg+xml"/>
  <Override PartName="/ppt/media/image12.svg" ContentType="image/svg+xml"/>
  <Override PartName="/ppt/media/image15.svg" ContentType="image/svg+xml"/>
  <Override PartName="/ppt/media/image17.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31.svg" ContentType="image/svg+xml"/>
  <Override PartName="/ppt/media/image33.svg" ContentType="image/svg+xml"/>
  <Override PartName="/ppt/media/image6.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233" r:id="rId4"/>
  </p:sldMasterIdLst>
  <p:notesMasterIdLst>
    <p:notesMasterId r:id="rId9"/>
  </p:notesMasterIdLst>
  <p:handoutMasterIdLst>
    <p:handoutMasterId r:id="rId10"/>
  </p:handoutMasterIdLst>
  <p:sldIdLst>
    <p:sldId id="256" r:id="rId8"/>
    <p:sldId id="257" r:id="rId7"/>
    <p:sldId id="258" r:id="rId6"/>
    <p:sldId id="259" r:id="rId5"/>
    <p:sldId id="260" r:id="rId18"/>
    <p:sldId id="261" r:id="rId19"/>
    <p:sldId id="262" r:id="rId20"/>
    <p:sldId id="263" r:id="rId21"/>
    <p:sldId id="264" r:id="rId22"/>
    <p:sldId id="265" r:id="rId23"/>
    <p:sldId id="266" r:id="rId24"/>
    <p:sldId id="267" r:id="rId25"/>
    <p:sldId id="268" r:id="rId26"/>
    <p:sldId id="269" r:id="rId27"/>
    <p:sldId id="270" r:id="rId28"/>
    <p:sldId id="271" r:id="rId29"/>
    <p:sldId id="272" r:id="rId30"/>
    <p:sldId id="273" r:id="rId31"/>
    <p:sldId id="274" r:id="rId32"/>
    <p:sldId id="275" r:id="rId33"/>
    <p:sldId id="276" r:id="rId34"/>
    <p:sldId id="277" r:id="rId35"/>
    <p:sldId id="278" r:id="rId36"/>
    <p:sldId id="279" r:id="rId37"/>
    <p:sldId id="280" r:id="rId38"/>
    <p:sldId id="281" r:id="rId39"/>
    <p:sldId id="282" r:id="rId40"/>
    <p:sldId id="283" r:id="rId41"/>
    <p:sldId id="284" r:id="rId42"/>
    <p:sldId id="285" r:id="rId43"/>
    <p:sldId id="286" r:id="rId44"/>
    <p:sldId id="287" r:id="rId45"/>
  </p:sldIdLst>
  <p:sldSz cx="12192000" cy="6858000"/>
  <p:notesSz cx="7023100"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946" userDrawn="1">
          <p15:clr>
            <a:srgbClr val="A4A3A4"/>
          </p15:clr>
        </p15:guide>
        <p15:guide id="5" pos="232" userDrawn="1">
          <p15:clr>
            <a:srgbClr val="A4A3A4"/>
          </p15:clr>
        </p15:guide>
        <p15:guide id="6" pos="7393" userDrawn="1">
          <p15:clr>
            <a:srgbClr val="A4A3A4"/>
          </p15:clr>
        </p15:guide>
        <p15:guide id="7" orient="horz" pos="1057" userDrawn="1">
          <p15:clr>
            <a:srgbClr val="A4A3A4"/>
          </p15:clr>
        </p15:guide>
        <p15:guide id="8" orient="horz" pos="3972"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8EE4A01-D86D-8630-2852-E361F55E7108}" name="Singh, Sudhir" initials="SS" userId="S::SudhirKumar.Singh@in.imshealth.com::134f7331-3f39-4975-8ec9-a401332c6790" providerId="AD"/>
  <p188:author id="{B301532F-A660-C23B-440B-CBD5CDF7129B}" name="Shankar, Vijay" initials="VS" userId="S::VShankar@in.imshealth.com::b85f1387-40d0-4ed1-aca3-6e1b9cba58e4" providerId="AD"/>
  <p188:author id="{276F5A30-B796-952A-55D8-9521D057CD0C}" name="Rabbitt, Erin" initials="ER" userId="S::erin.rabbitt@quintiles.com::716d4cb3-a53a-40ae-be3d-1e46e22e23d2" providerId="AD"/>
</p188: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31405"/>
    <a:srgbClr val="00CCFF"/>
    <a:srgbClr val="0CEFC3"/>
    <a:srgbClr val="AFA2F0"/>
    <a:srgbClr val="202C31"/>
    <a:srgbClr val="DA291C"/>
    <a:srgbClr val="140B42"/>
    <a:srgbClr val="FF0000"/>
    <a:srgbClr val="00BFB3"/>
    <a:srgbClr val="6CE5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18D88D3-57D0-443F-B9CB-881059B76D93}" v="3" dt="2026-09-04T23:14:56.63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2923" autoAdjust="0"/>
  </p:normalViewPr>
  <p:slideViewPr>
    <p:cSldViewPr snapToGrid="0">
      <p:cViewPr varScale="1">
        <p:scale>
          <a:sx n="96" d="100"/>
          <a:sy n="96" d="100"/>
        </p:scale>
        <p:origin x="1400" y="48"/>
      </p:cViewPr>
      <p:guideLst>
        <p:guide orient="horz" pos="946"/>
        <p:guide pos="232"/>
        <p:guide pos="7393"/>
        <p:guide orient="horz" pos="1057"/>
        <p:guide orient="horz" pos="3972"/>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4.xml"/><Relationship Id="rId6" Type="http://schemas.openxmlformats.org/officeDocument/2006/relationships/slide" Target="slides/slide3.xml"/><Relationship Id="rId7" Type="http://schemas.openxmlformats.org/officeDocument/2006/relationships/slide" Target="slides/slide2.xml"/><Relationship Id="rId8" Type="http://schemas.openxmlformats.org/officeDocument/2006/relationships/slide" Target="slides/slide1.xml"/><Relationship Id="rId9" Type="http://schemas.openxmlformats.org/officeDocument/2006/relationships/notesMaster" Target="notesMasters/notesMaster1.xml"/><Relationship Id="rId10" Type="http://schemas.openxmlformats.org/officeDocument/2006/relationships/handoutMaster" Target="handoutMasters/handout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microsoft.com/office/2016/11/relationships/changesInfo" Target="changesInfos/changesInfo1.xml"/><Relationship Id="rId16" Type="http://schemas.microsoft.com/office/2015/10/relationships/revisionInfo" Target="revisionInfo.xml"/><Relationship Id="rId17" Type="http://schemas.microsoft.com/office/2018/10/relationships/authors" Target="authors.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slide" Target="slides/slide17.xml"/><Relationship Id="rId31" Type="http://schemas.openxmlformats.org/officeDocument/2006/relationships/slide" Target="slides/slide18.xml"/><Relationship Id="rId32" Type="http://schemas.openxmlformats.org/officeDocument/2006/relationships/slide" Target="slides/slide19.xml"/><Relationship Id="rId33" Type="http://schemas.openxmlformats.org/officeDocument/2006/relationships/slide" Target="slides/slide20.xml"/><Relationship Id="rId34" Type="http://schemas.openxmlformats.org/officeDocument/2006/relationships/slide" Target="slides/slide21.xml"/><Relationship Id="rId35" Type="http://schemas.openxmlformats.org/officeDocument/2006/relationships/slide" Target="slides/slide22.xml"/><Relationship Id="rId36" Type="http://schemas.openxmlformats.org/officeDocument/2006/relationships/slide" Target="slides/slide23.xml"/><Relationship Id="rId37" Type="http://schemas.openxmlformats.org/officeDocument/2006/relationships/slide" Target="slides/slide24.xml"/><Relationship Id="rId38" Type="http://schemas.openxmlformats.org/officeDocument/2006/relationships/slide" Target="slides/slide25.xml"/><Relationship Id="rId39" Type="http://schemas.openxmlformats.org/officeDocument/2006/relationships/slide" Target="slides/slide26.xml"/><Relationship Id="rId40" Type="http://schemas.openxmlformats.org/officeDocument/2006/relationships/slide" Target="slides/slide27.xml"/><Relationship Id="rId41" Type="http://schemas.openxmlformats.org/officeDocument/2006/relationships/slide" Target="slides/slide28.xml"/><Relationship Id="rId42" Type="http://schemas.openxmlformats.org/officeDocument/2006/relationships/slide" Target="slides/slide29.xml"/><Relationship Id="rId43" Type="http://schemas.openxmlformats.org/officeDocument/2006/relationships/slide" Target="slides/slide30.xml"/><Relationship Id="rId44" Type="http://schemas.openxmlformats.org/officeDocument/2006/relationships/slide" Target="slides/slide31.xml"/><Relationship Id="rId45" Type="http://schemas.openxmlformats.org/officeDocument/2006/relationships/slide" Target="slides/slide3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e DiDonato" userId="722b7c6ef7714cf9" providerId="LiveId" clId="{A080539A-E165-41BC-8563-9EBD7C42CDBF}"/>
    <pc:docChg chg="undo custSel addSld delSld modSld">
      <pc:chgData name="Joe DiDonato" userId="722b7c6ef7714cf9" providerId="LiveId" clId="{A080539A-E165-41BC-8563-9EBD7C42CDBF}" dt="2026-09-04T23:30:16.933" v="11" actId="680"/>
      <pc:docMkLst>
        <pc:docMk/>
      </pc:docMkLst>
      <pc:sldChg chg="add del">
        <pc:chgData name="Joe DiDonato" userId="722b7c6ef7714cf9" providerId="LiveId" clId="{A080539A-E165-41BC-8563-9EBD7C42CDBF}" dt="2026-09-04T23:15:31.166" v="5" actId="47"/>
        <pc:sldMkLst>
          <pc:docMk/>
          <pc:sldMk cId="2507379515" sldId="262"/>
        </pc:sldMkLst>
      </pc:sldChg>
      <pc:sldChg chg="addSp delSp modSp mod modClrScheme chgLayout">
        <pc:chgData name="Joe DiDonato" userId="722b7c6ef7714cf9" providerId="LiveId" clId="{A080539A-E165-41BC-8563-9EBD7C42CDBF}" dt="2026-09-04T23:29:18.734" v="7" actId="700"/>
        <pc:sldMkLst>
          <pc:docMk/>
          <pc:sldMk cId="2309120140" sldId="2147471497"/>
        </pc:sldMkLst>
        <pc:spChg chg="mod ord">
          <ac:chgData name="Joe DiDonato" userId="722b7c6ef7714cf9" providerId="LiveId" clId="{A080539A-E165-41BC-8563-9EBD7C42CDBF}" dt="2026-09-04T23:29:18.734" v="7" actId="700"/>
          <ac:spMkLst>
            <pc:docMk/>
            <pc:sldMk cId="2309120140" sldId="2147471497"/>
            <ac:spMk id="2" creationId="{54B0363D-8506-4E8C-9D7F-1F2ACF0C864C}"/>
          </ac:spMkLst>
        </pc:spChg>
        <pc:spChg chg="mod ord">
          <ac:chgData name="Joe DiDonato" userId="722b7c6ef7714cf9" providerId="LiveId" clId="{A080539A-E165-41BC-8563-9EBD7C42CDBF}" dt="2026-09-04T23:29:18.734" v="7" actId="700"/>
          <ac:spMkLst>
            <pc:docMk/>
            <pc:sldMk cId="2309120140" sldId="2147471497"/>
            <ac:spMk id="3" creationId="{128A6F27-97FC-4A26-B1D1-1E39CC1E9052}"/>
          </ac:spMkLst>
        </pc:spChg>
        <pc:spChg chg="add del mod ord">
          <ac:chgData name="Joe DiDonato" userId="722b7c6ef7714cf9" providerId="LiveId" clId="{A080539A-E165-41BC-8563-9EBD7C42CDBF}" dt="2026-09-04T23:29:18.734" v="7" actId="700"/>
          <ac:spMkLst>
            <pc:docMk/>
            <pc:sldMk cId="2309120140" sldId="2147471497"/>
            <ac:spMk id="4" creationId="{BF92F701-A0A1-743F-16E7-26AC9636CD71}"/>
          </ac:spMkLst>
        </pc:spChg>
        <pc:spChg chg="add del mod ord">
          <ac:chgData name="Joe DiDonato" userId="722b7c6ef7714cf9" providerId="LiveId" clId="{A080539A-E165-41BC-8563-9EBD7C42CDBF}" dt="2026-09-04T23:29:18.734" v="7" actId="700"/>
          <ac:spMkLst>
            <pc:docMk/>
            <pc:sldMk cId="2309120140" sldId="2147471497"/>
            <ac:spMk id="5" creationId="{980AC70E-0A6C-5292-1A7F-77F9AB2F2F92}"/>
          </ac:spMkLst>
        </pc:spChg>
        <pc:spChg chg="add del mod ord">
          <ac:chgData name="Joe DiDonato" userId="722b7c6ef7714cf9" providerId="LiveId" clId="{A080539A-E165-41BC-8563-9EBD7C42CDBF}" dt="2026-09-04T23:29:18.734" v="7" actId="700"/>
          <ac:spMkLst>
            <pc:docMk/>
            <pc:sldMk cId="2309120140" sldId="2147471497"/>
            <ac:spMk id="10" creationId="{02F942F2-99DC-1503-E1E8-84AAF1FA7801}"/>
          </ac:spMkLst>
        </pc:spChg>
        <pc:spChg chg="add del mod ord">
          <ac:chgData name="Joe DiDonato" userId="722b7c6ef7714cf9" providerId="LiveId" clId="{A080539A-E165-41BC-8563-9EBD7C42CDBF}" dt="2026-09-04T23:29:18.734" v="7" actId="700"/>
          <ac:spMkLst>
            <pc:docMk/>
            <pc:sldMk cId="2309120140" sldId="2147471497"/>
            <ac:spMk id="11" creationId="{FD73201C-36B7-A433-9BB6-87136534EFC2}"/>
          </ac:spMkLst>
        </pc:spChg>
        <pc:spChg chg="add del">
          <ac:chgData name="Joe DiDonato" userId="722b7c6ef7714cf9" providerId="LiveId" clId="{A080539A-E165-41BC-8563-9EBD7C42CDBF}" dt="2026-09-04T23:29:18.734" v="7" actId="700"/>
          <ac:spMkLst>
            <pc:docMk/>
            <pc:sldMk cId="2309120140" sldId="2147471497"/>
            <ac:spMk id="12" creationId="{EC4C9842-8C22-C5C2-0A5C-B465ABEC934C}"/>
          </ac:spMkLst>
        </pc:spChg>
        <pc:spChg chg="add del">
          <ac:chgData name="Joe DiDonato" userId="722b7c6ef7714cf9" providerId="LiveId" clId="{A080539A-E165-41BC-8563-9EBD7C42CDBF}" dt="2026-09-04T23:29:18.734" v="7" actId="700"/>
          <ac:spMkLst>
            <pc:docMk/>
            <pc:sldMk cId="2309120140" sldId="2147471497"/>
            <ac:spMk id="13" creationId="{E460EA54-F373-C5F6-18B2-0A72CFAEF832}"/>
          </ac:spMkLst>
        </pc:spChg>
        <pc:spChg chg="mod ord">
          <ac:chgData name="Joe DiDonato" userId="722b7c6ef7714cf9" providerId="LiveId" clId="{A080539A-E165-41BC-8563-9EBD7C42CDBF}" dt="2026-09-04T23:29:18.734" v="7" actId="700"/>
          <ac:spMkLst>
            <pc:docMk/>
            <pc:sldMk cId="2309120140" sldId="2147471497"/>
            <ac:spMk id="24" creationId="{F89D5E47-82F2-6FF9-DCDE-A582A85C88AA}"/>
          </ac:spMkLst>
        </pc:spChg>
      </pc:sldChg>
      <pc:sldChg chg="addSp delSp modSp new del mod modClrScheme chgLayout">
        <pc:chgData name="Joe DiDonato" userId="722b7c6ef7714cf9" providerId="LiveId" clId="{A080539A-E165-41BC-8563-9EBD7C42CDBF}" dt="2026-09-04T23:30:16.933" v="11" actId="680"/>
        <pc:sldMkLst>
          <pc:docMk/>
          <pc:sldMk cId="1572344585" sldId="2147471498"/>
        </pc:sldMkLst>
        <pc:spChg chg="add del mod ord">
          <ac:chgData name="Joe DiDonato" userId="722b7c6ef7714cf9" providerId="LiveId" clId="{A080539A-E165-41BC-8563-9EBD7C42CDBF}" dt="2026-09-04T23:30:15.634" v="10" actId="700"/>
          <ac:spMkLst>
            <pc:docMk/>
            <pc:sldMk cId="1572344585" sldId="2147471498"/>
            <ac:spMk id="2" creationId="{CF99A844-45B6-C313-2935-F83B097B9FD3}"/>
          </ac:spMkLst>
        </pc:spChg>
        <pc:spChg chg="add del">
          <ac:chgData name="Joe DiDonato" userId="722b7c6ef7714cf9" providerId="LiveId" clId="{A080539A-E165-41BC-8563-9EBD7C42CDBF}" dt="2026-09-04T23:30:15.634" v="10" actId="700"/>
          <ac:spMkLst>
            <pc:docMk/>
            <pc:sldMk cId="1572344585" sldId="2147471498"/>
            <ac:spMk id="3" creationId="{F7606A93-447D-912B-C49F-EEFB95DC098E}"/>
          </ac:spMkLst>
        </pc:spChg>
        <pc:spChg chg="add del mod ord">
          <ac:chgData name="Joe DiDonato" userId="722b7c6ef7714cf9" providerId="LiveId" clId="{A080539A-E165-41BC-8563-9EBD7C42CDBF}" dt="2026-09-04T23:30:15.634" v="10" actId="700"/>
          <ac:spMkLst>
            <pc:docMk/>
            <pc:sldMk cId="1572344585" sldId="2147471498"/>
            <ac:spMk id="4" creationId="{938487F3-E784-13EF-B383-EDA0F2AA2601}"/>
          </ac:spMkLst>
        </pc:spChg>
        <pc:spChg chg="add del mod ord">
          <ac:chgData name="Joe DiDonato" userId="722b7c6ef7714cf9" providerId="LiveId" clId="{A080539A-E165-41BC-8563-9EBD7C42CDBF}" dt="2026-09-04T23:30:15.634" v="10" actId="700"/>
          <ac:spMkLst>
            <pc:docMk/>
            <pc:sldMk cId="1572344585" sldId="2147471498"/>
            <ac:spMk id="5" creationId="{A17FAA4A-E047-F483-B3B0-871A22D295C9}"/>
          </ac:spMkLst>
        </pc:spChg>
        <pc:spChg chg="add del mod ord">
          <ac:chgData name="Joe DiDonato" userId="722b7c6ef7714cf9" providerId="LiveId" clId="{A080539A-E165-41BC-8563-9EBD7C42CDBF}" dt="2026-09-04T23:30:15.634" v="10" actId="700"/>
          <ac:spMkLst>
            <pc:docMk/>
            <pc:sldMk cId="1572344585" sldId="2147471498"/>
            <ac:spMk id="6" creationId="{23411B0E-8C2C-0D9F-7757-9E610A398B9D}"/>
          </ac:spMkLst>
        </pc:spChg>
        <pc:spChg chg="add del mod ord">
          <ac:chgData name="Joe DiDonato" userId="722b7c6ef7714cf9" providerId="LiveId" clId="{A080539A-E165-41BC-8563-9EBD7C42CDBF}" dt="2026-09-04T23:30:15.634" v="10" actId="700"/>
          <ac:spMkLst>
            <pc:docMk/>
            <pc:sldMk cId="1572344585" sldId="2147471498"/>
            <ac:spMk id="7" creationId="{70B49A0D-0EEC-1AAD-014D-59B2E4035247}"/>
          </ac:spMkLst>
        </pc:spChg>
        <pc:spChg chg="add del mod ord">
          <ac:chgData name="Joe DiDonato" userId="722b7c6ef7714cf9" providerId="LiveId" clId="{A080539A-E165-41BC-8563-9EBD7C42CDBF}" dt="2026-09-04T23:30:15.634" v="10" actId="700"/>
          <ac:spMkLst>
            <pc:docMk/>
            <pc:sldMk cId="1572344585" sldId="2147471498"/>
            <ac:spMk id="8" creationId="{F6BD4457-2979-2725-8ADD-4569D14791C6}"/>
          </ac:spMkLst>
        </pc:spChg>
      </pc:sldChg>
      <pc:sldChg chg="add del">
        <pc:chgData name="Joe DiDonato" userId="722b7c6ef7714cf9" providerId="LiveId" clId="{A080539A-E165-41BC-8563-9EBD7C42CDBF}" dt="2026-09-04T23:15:28.677" v="3" actId="47"/>
        <pc:sldMkLst>
          <pc:docMk/>
          <pc:sldMk cId="3841716922" sldId="2147471498"/>
        </pc:sldMkLst>
      </pc:sldChg>
      <pc:sldChg chg="add del">
        <pc:chgData name="Joe DiDonato" userId="722b7c6ef7714cf9" providerId="LiveId" clId="{A080539A-E165-41BC-8563-9EBD7C42CDBF}" dt="2026-09-04T23:15:30.386" v="4" actId="47"/>
        <pc:sldMkLst>
          <pc:docMk/>
          <pc:sldMk cId="73009922" sldId="2147471499"/>
        </pc:sldMkLst>
      </pc:sldChg>
      <pc:sldMasterChg chg="delSldLayout">
        <pc:chgData name="Joe DiDonato" userId="722b7c6ef7714cf9" providerId="LiveId" clId="{A080539A-E165-41BC-8563-9EBD7C42CDBF}" dt="2026-09-04T23:15:31.166" v="5" actId="47"/>
        <pc:sldMasterMkLst>
          <pc:docMk/>
          <pc:sldMasterMk cId="1987436075" sldId="2147484233"/>
        </pc:sldMasterMkLst>
        <pc:sldLayoutChg chg="del">
          <pc:chgData name="Joe DiDonato" userId="722b7c6ef7714cf9" providerId="LiveId" clId="{A080539A-E165-41BC-8563-9EBD7C42CDBF}" dt="2026-09-04T23:15:28.677" v="3" actId="47"/>
          <pc:sldLayoutMkLst>
            <pc:docMk/>
            <pc:sldMasterMk cId="1987436075" sldId="2147484233"/>
            <pc:sldLayoutMk cId="3311858954" sldId="2147484354"/>
          </pc:sldLayoutMkLst>
        </pc:sldLayoutChg>
        <pc:sldLayoutChg chg="del">
          <pc:chgData name="Joe DiDonato" userId="722b7c6ef7714cf9" providerId="LiveId" clId="{A080539A-E165-41BC-8563-9EBD7C42CDBF}" dt="2026-09-04T23:15:31.166" v="5" actId="47"/>
          <pc:sldLayoutMkLst>
            <pc:docMk/>
            <pc:sldMasterMk cId="1987436075" sldId="2147484233"/>
            <pc:sldLayoutMk cId="4209369690" sldId="214748435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94675" y="279823"/>
            <a:ext cx="4393055" cy="367959"/>
          </a:xfrm>
          <a:prstGeom prst="rect">
            <a:avLst/>
          </a:prstGeom>
        </p:spPr>
        <p:txBody>
          <a:bodyPr vert="horz" lIns="93324" tIns="46662" rIns="93324" bIns="46662" rtlCol="0"/>
          <a:lstStyle>
            <a:lvl1pPr algn="l">
              <a:defRPr sz="1200"/>
            </a:lvl1pPr>
          </a:lstStyle>
          <a:p>
            <a:endParaRPr lang="en-US" b="1"/>
          </a:p>
        </p:txBody>
      </p:sp>
      <p:sp>
        <p:nvSpPr>
          <p:cNvPr id="3" name="Date Placeholder 2"/>
          <p:cNvSpPr>
            <a:spLocks noGrp="1"/>
          </p:cNvSpPr>
          <p:nvPr>
            <p:ph type="dt" sz="quarter" idx="1"/>
          </p:nvPr>
        </p:nvSpPr>
        <p:spPr>
          <a:xfrm>
            <a:off x="494675" y="669161"/>
            <a:ext cx="4393055" cy="153245"/>
          </a:xfrm>
          <a:prstGeom prst="rect">
            <a:avLst/>
          </a:prstGeom>
        </p:spPr>
        <p:txBody>
          <a:bodyPr vert="horz" lIns="93324" tIns="0" rIns="93324" bIns="0" rtlCol="0">
            <a:noAutofit/>
          </a:bodyPr>
          <a:lstStyle>
            <a:lvl1pPr algn="r">
              <a:defRPr sz="1200"/>
            </a:lvl1pPr>
          </a:lstStyle>
          <a:p>
            <a:pPr algn="l"/>
            <a:fld id="{E7A8D578-5E90-413C-9512-130603CF2639}" type="datetimeFigureOut">
              <a:rPr lang="en-US" sz="1000" i="1"/>
              <a:pPr algn="l"/>
              <a:t>9/4/2026</a:t>
            </a:fld>
            <a:endParaRPr lang="en-US" sz="1000" i="1"/>
          </a:p>
        </p:txBody>
      </p:sp>
      <p:sp>
        <p:nvSpPr>
          <p:cNvPr id="4" name="Footer Placeholder 3"/>
          <p:cNvSpPr>
            <a:spLocks noGrp="1"/>
          </p:cNvSpPr>
          <p:nvPr>
            <p:ph type="ftr" sz="quarter" idx="2"/>
          </p:nvPr>
        </p:nvSpPr>
        <p:spPr>
          <a:xfrm>
            <a:off x="494691" y="8780243"/>
            <a:ext cx="2893517" cy="251346"/>
          </a:xfrm>
          <a:prstGeom prst="rect">
            <a:avLst/>
          </a:prstGeom>
        </p:spPr>
        <p:txBody>
          <a:bodyPr vert="horz" lIns="93324" tIns="46662" rIns="93324" bIns="46662" rtlCol="0" anchor="b"/>
          <a:lstStyle>
            <a:lvl1pPr algn="l">
              <a:defRPr sz="1200"/>
            </a:lvl1pPr>
          </a:lstStyle>
          <a:p>
            <a:endParaRPr lang="en-US" sz="1000"/>
          </a:p>
        </p:txBody>
      </p:sp>
      <p:sp>
        <p:nvSpPr>
          <p:cNvPr id="5" name="Slide Number Placeholder 4"/>
          <p:cNvSpPr>
            <a:spLocks noGrp="1"/>
          </p:cNvSpPr>
          <p:nvPr>
            <p:ph type="sldNum" sz="quarter" idx="3"/>
          </p:nvPr>
        </p:nvSpPr>
        <p:spPr>
          <a:xfrm>
            <a:off x="5306470" y="8780243"/>
            <a:ext cx="1221955" cy="251346"/>
          </a:xfrm>
          <a:prstGeom prst="rect">
            <a:avLst/>
          </a:prstGeom>
        </p:spPr>
        <p:txBody>
          <a:bodyPr vert="horz" lIns="93324" tIns="46662" rIns="93324" bIns="46662" rtlCol="0" anchor="b"/>
          <a:lstStyle>
            <a:lvl1pPr algn="r">
              <a:defRPr sz="1200"/>
            </a:lvl1pPr>
          </a:lstStyle>
          <a:p>
            <a:fld id="{6D32B792-199B-4EBF-B605-6F6C876EB442}" type="slidenum">
              <a:rPr lang="en-US" sz="1000"/>
              <a:t>‹#›</a:t>
            </a:fld>
            <a:endParaRPr lang="en-US" sz="1000"/>
          </a:p>
        </p:txBody>
      </p:sp>
    </p:spTree>
    <p:extLst>
      <p:ext uri="{BB962C8B-B14F-4D97-AF65-F5344CB8AC3E}">
        <p14:creationId xmlns:p14="http://schemas.microsoft.com/office/powerpoint/2010/main" val="91150287"/>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6.sv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04FCD28D-5205-B14D-9338-E5F52C4B3AFB}"/>
              </a:ext>
            </a:extLst>
          </p:cNvPr>
          <p:cNvPicPr preferRelativeResize="0">
            <a:picLocks noChangeAspect="1"/>
          </p:cNvPicPr>
          <p:nvPr/>
        </p:nvPicPr>
        <p:blipFill>
          <a:blip>
            <a:extLst>
              <a:ext uri="{96DAC541-7B7A-43D3-8B79-37D633B846F1}">
                <asvg:svgBlip xmlns:asvg="http://schemas.microsoft.com/office/drawing/2016/SVG/main" r:embed="rId2"/>
              </a:ext>
            </a:extLst>
          </a:blip>
          <a:stretch>
            <a:fillRect/>
          </a:stretch>
        </p:blipFill>
        <p:spPr>
          <a:xfrm>
            <a:off x="4713460" y="671457"/>
            <a:ext cx="1555593" cy="281237"/>
          </a:xfrm>
          <a:prstGeom prst="rect">
            <a:avLst/>
          </a:prstGeom>
        </p:spPr>
      </p:pic>
      <p:sp>
        <p:nvSpPr>
          <p:cNvPr id="20" name="Header Placeholder 19">
            <a:extLst>
              <a:ext uri="{FF2B5EF4-FFF2-40B4-BE49-F238E27FC236}">
                <a16:creationId xmlns:a16="http://schemas.microsoft.com/office/drawing/2014/main" id="{44B54E68-49B3-EB4F-9F06-63EBE21271F2}"/>
              </a:ext>
            </a:extLst>
          </p:cNvPr>
          <p:cNvSpPr>
            <a:spLocks noGrp="1"/>
          </p:cNvSpPr>
          <p:nvPr>
            <p:ph type="hdr" sz="quarter"/>
          </p:nvPr>
        </p:nvSpPr>
        <p:spPr>
          <a:xfrm>
            <a:off x="0" y="1"/>
            <a:ext cx="3043238" cy="466725"/>
          </a:xfrm>
          <a:prstGeom prst="rect">
            <a:avLst/>
          </a:prstGeom>
        </p:spPr>
        <p:txBody>
          <a:bodyPr vert="horz" lIns="91440" tIns="45720" rIns="91440" bIns="45720" rtlCol="0"/>
          <a:lstStyle>
            <a:lvl1pPr algn="l">
              <a:defRPr sz="1200"/>
            </a:lvl1pPr>
          </a:lstStyle>
          <a:p>
            <a:endParaRPr lang="en-US"/>
          </a:p>
        </p:txBody>
      </p:sp>
      <p:sp>
        <p:nvSpPr>
          <p:cNvPr id="21" name="Slide Image Placeholder 20">
            <a:extLst>
              <a:ext uri="{FF2B5EF4-FFF2-40B4-BE49-F238E27FC236}">
                <a16:creationId xmlns:a16="http://schemas.microsoft.com/office/drawing/2014/main" id="{9F80914E-3226-3544-8067-D77A7810E7E0}"/>
              </a:ext>
            </a:extLst>
          </p:cNvPr>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1440" tIns="45720" rIns="91440" bIns="45720" rtlCol="0" anchor="ctr"/>
          <a:lstStyle/>
          <a:p>
            <a:endParaRPr lang="en-US"/>
          </a:p>
        </p:txBody>
      </p:sp>
      <p:sp>
        <p:nvSpPr>
          <p:cNvPr id="22" name="Footer Placeholder 21">
            <a:extLst>
              <a:ext uri="{FF2B5EF4-FFF2-40B4-BE49-F238E27FC236}">
                <a16:creationId xmlns:a16="http://schemas.microsoft.com/office/drawing/2014/main" id="{73A95A9D-2083-FD47-8FCC-26405789E46C}"/>
              </a:ext>
            </a:extLst>
          </p:cNvPr>
          <p:cNvSpPr>
            <a:spLocks noGrp="1"/>
          </p:cNvSpPr>
          <p:nvPr>
            <p:ph type="ftr" sz="quarter" idx="4"/>
          </p:nvPr>
        </p:nvSpPr>
        <p:spPr>
          <a:xfrm>
            <a:off x="0" y="8842376"/>
            <a:ext cx="3043238" cy="466725"/>
          </a:xfrm>
          <a:prstGeom prst="rect">
            <a:avLst/>
          </a:prstGeom>
        </p:spPr>
        <p:txBody>
          <a:bodyPr vert="horz" lIns="91440" tIns="45720" rIns="91440" bIns="45720" rtlCol="0" anchor="b"/>
          <a:lstStyle>
            <a:lvl1pPr algn="l">
              <a:defRPr sz="1200"/>
            </a:lvl1pPr>
          </a:lstStyle>
          <a:p>
            <a:endParaRPr lang="en-US"/>
          </a:p>
        </p:txBody>
      </p:sp>
      <p:sp>
        <p:nvSpPr>
          <p:cNvPr id="23" name="Slide Number Placeholder 22">
            <a:extLst>
              <a:ext uri="{FF2B5EF4-FFF2-40B4-BE49-F238E27FC236}">
                <a16:creationId xmlns:a16="http://schemas.microsoft.com/office/drawing/2014/main" id="{C3E99797-5A44-E441-B5A2-75267FF5AEBD}"/>
              </a:ext>
            </a:extLst>
          </p:cNvPr>
          <p:cNvSpPr>
            <a:spLocks noGrp="1"/>
          </p:cNvSpPr>
          <p:nvPr>
            <p:ph type="sldNum" sz="quarter" idx="5"/>
          </p:nvPr>
        </p:nvSpPr>
        <p:spPr>
          <a:xfrm>
            <a:off x="3978275" y="8842376"/>
            <a:ext cx="3043238" cy="466725"/>
          </a:xfrm>
          <a:prstGeom prst="rect">
            <a:avLst/>
          </a:prstGeom>
        </p:spPr>
        <p:txBody>
          <a:bodyPr vert="horz" lIns="91440" tIns="45720" rIns="91440" bIns="45720" rtlCol="0" anchor="b"/>
          <a:lstStyle>
            <a:lvl1pPr algn="r">
              <a:defRPr sz="1200"/>
            </a:lvl1pPr>
          </a:lstStyle>
          <a:p>
            <a:fld id="{2757C527-D302-0D4C-8820-8247C93BFD8D}" type="slidenum">
              <a:rPr lang="en-US" smtClean="0"/>
              <a:t>‹#›</a:t>
            </a:fld>
            <a:endParaRPr lang="en-US"/>
          </a:p>
        </p:txBody>
      </p:sp>
      <p:sp>
        <p:nvSpPr>
          <p:cNvPr id="24" name="Notes Placeholder 23">
            <a:extLst>
              <a:ext uri="{FF2B5EF4-FFF2-40B4-BE49-F238E27FC236}">
                <a16:creationId xmlns:a16="http://schemas.microsoft.com/office/drawing/2014/main" id="{0824245F-47FC-6845-9612-BB5942EF9984}"/>
              </a:ext>
            </a:extLst>
          </p:cNvPr>
          <p:cNvSpPr>
            <a:spLocks noGrp="1"/>
          </p:cNvSpPr>
          <p:nvPr>
            <p:ph type="body" sz="quarter" idx="3"/>
          </p:nvPr>
        </p:nvSpPr>
        <p:spPr>
          <a:xfrm>
            <a:off x="701676" y="4479925"/>
            <a:ext cx="5619750" cy="36655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5" name="Date Placeholder 24">
            <a:extLst>
              <a:ext uri="{FF2B5EF4-FFF2-40B4-BE49-F238E27FC236}">
                <a16:creationId xmlns:a16="http://schemas.microsoft.com/office/drawing/2014/main" id="{089E4AFB-44C9-3941-9EFD-0F8219FA48F5}"/>
              </a:ext>
            </a:extLst>
          </p:cNvPr>
          <p:cNvSpPr>
            <a:spLocks noGrp="1"/>
          </p:cNvSpPr>
          <p:nvPr>
            <p:ph type="dt" idx="1"/>
          </p:nvPr>
        </p:nvSpPr>
        <p:spPr>
          <a:xfrm>
            <a:off x="3978275" y="1"/>
            <a:ext cx="3043238" cy="466725"/>
          </a:xfrm>
          <a:prstGeom prst="rect">
            <a:avLst/>
          </a:prstGeom>
        </p:spPr>
        <p:txBody>
          <a:bodyPr vert="horz" lIns="91440" tIns="45720" rIns="91440" bIns="45720" rtlCol="0"/>
          <a:lstStyle>
            <a:lvl1pPr algn="r">
              <a:defRPr sz="1200"/>
            </a:lvl1pPr>
          </a:lstStyle>
          <a:p>
            <a:fld id="{76052FF9-2A45-F143-A9E3-2C98D6266DD3}" type="datetimeFigureOut">
              <a:rPr lang="en-US" smtClean="0"/>
              <a:t>9/4/2026</a:t>
            </a:fld>
            <a:endParaRPr lang="en-US"/>
          </a:p>
        </p:txBody>
      </p:sp>
    </p:spTree>
    <p:extLst>
      <p:ext uri="{BB962C8B-B14F-4D97-AF65-F5344CB8AC3E}">
        <p14:creationId xmlns:p14="http://schemas.microsoft.com/office/powerpoint/2010/main" val="3382299678"/>
      </p:ext>
    </p:extLst>
  </p:cSld>
  <p:clrMap bg1="lt1" tx1="dk1" bg2="lt2" tx2="dk2" accent1="accent1" accent2="accent2" accent3="accent3" accent4="accent4" accent5="accent5" accent6="accent6" hlink="hlink" folHlink="folHlink"/>
  <p:hf dt="0"/>
  <p:notesStyle>
    <a:lvl1pPr marL="1174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1pPr>
    <a:lvl2pPr marL="228600" indent="-11112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2pPr>
    <a:lvl3pPr marL="346075" indent="-117475"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3pPr>
    <a:lvl4pPr marL="512763" indent="-166688" algn="l" defTabSz="914400" rtl="0" eaLnBrk="1" latinLnBrk="0" hangingPunct="1">
      <a:spcBef>
        <a:spcPts val="400"/>
      </a:spcBef>
      <a:buFont typeface="Arial" panose="020B0604020202020204" pitchFamily="34" charset="0"/>
      <a:buChar char="»"/>
      <a:defRPr sz="1200" kern="1200">
        <a:solidFill>
          <a:schemeClr val="tx1"/>
        </a:solidFill>
        <a:latin typeface="+mn-lt"/>
        <a:ea typeface="+mn-ea"/>
        <a:cs typeface="+mn-cs"/>
      </a:defRPr>
    </a:lvl4pPr>
    <a:lvl5pPr marL="630238" indent="-117475" algn="l" defTabSz="914400" rtl="0" eaLnBrk="1" latinLnBrk="0" hangingPunct="1">
      <a:spcBef>
        <a:spcPts val="400"/>
      </a:spcBef>
      <a:buSzPct val="75000"/>
      <a:buFont typeface="Wingdings" panose="05000000000000000000" pitchFamily="2" charset="2"/>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3.jpe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oleObject" Target="../embeddings/oleObject3.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4.jpe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oleObject" Target="../embeddings/oleObject4.bin"/><Relationship Id="rId4" Type="http://schemas.openxmlformats.org/officeDocument/2006/relationships/image" Target="../media/image1.emf"/><Relationship Id="rId5" Type="http://schemas.openxmlformats.org/officeDocument/2006/relationships/image" Target="../media/image5.jpeg"/><Relationship Id="rId6" Type="http://schemas.openxmlformats.org/officeDocument/2006/relationships/image" Target="../media/image6.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oleObject" Target="../embeddings/oleObject5.bin"/><Relationship Id="rId4" Type="http://schemas.openxmlformats.org/officeDocument/2006/relationships/image" Target="../media/image1.emf"/><Relationship Id="rId5" Type="http://schemas.openxmlformats.org/officeDocument/2006/relationships/image" Target="../media/image2.svg"/><Relationship Id="rId6" Type="http://schemas.openxmlformats.org/officeDocument/2006/relationships/image" Target="../media/image7.jpeg"/><Relationship Id="rId7" Type="http://schemas.openxmlformats.org/officeDocument/2006/relationships/image" Target="../media/image8.jpeg"/><Relationship Id="rId8" Type="http://schemas.openxmlformats.org/officeDocument/2006/relationships/image" Target="../media/image9.jpe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oleObject" Target="../embeddings/oleObject6.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oleObject" Target="../embeddings/oleObject7.bin"/><Relationship Id="rId4" Type="http://schemas.openxmlformats.org/officeDocument/2006/relationships/image" Target="../media/image1.emf"/><Relationship Id="rId5" Type="http://schemas.openxmlformats.org/officeDocument/2006/relationships/image" Target="../media/image10.svg"/><Relationship Id="rId6" Type="http://schemas.openxmlformats.org/officeDocument/2006/relationships/image" Target="../media/image2.svg"/><Relationship Id="rId7" Type="http://schemas.openxmlformats.org/officeDocument/2006/relationships/image" Target="../media/image11.jpe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oleObject" Target="../embeddings/oleObject8.bin"/><Relationship Id="rId4" Type="http://schemas.openxmlformats.org/officeDocument/2006/relationships/image" Target="../media/image1.emf"/><Relationship Id="rId5" Type="http://schemas.openxmlformats.org/officeDocument/2006/relationships/image" Target="../media/image12.svg"/><Relationship Id="rId6" Type="http://schemas.openxmlformats.org/officeDocument/2006/relationships/image" Target="../media/image2.sv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6.jpe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oleObject" Target="../embeddings/oleObject9.bin"/><Relationship Id="rId4" Type="http://schemas.openxmlformats.org/officeDocument/2006/relationships/image" Target="../media/image1.emf"/><Relationship Id="rId5" Type="http://schemas.openxmlformats.org/officeDocument/2006/relationships/image" Target="../media/image17.svg"/><Relationship Id="rId6"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oleObject" Target="../embeddings/oleObject10.bin"/><Relationship Id="rId4" Type="http://schemas.openxmlformats.org/officeDocument/2006/relationships/image" Target="../media/image1.emf"/><Relationship Id="rId5" Type="http://schemas.openxmlformats.org/officeDocument/2006/relationships/image" Target="../media/image8.jpeg"/><Relationship Id="rId6" Type="http://schemas.openxmlformats.org/officeDocument/2006/relationships/image" Target="../media/image7.jpeg"/><Relationship Id="rId7" Type="http://schemas.openxmlformats.org/officeDocument/2006/relationships/image" Target="../media/image6.svg"/><Relationship Id="rId8" Type="http://schemas.openxmlformats.org/officeDocument/2006/relationships/image" Target="../media/image18.jpeg"/><Relationship Id="rId9" Type="http://schemas.openxmlformats.org/officeDocument/2006/relationships/image" Target="../media/image19.svg"/><Relationship Id="rId10" Type="http://schemas.openxmlformats.org/officeDocument/2006/relationships/image" Target="../media/image20.sv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oleObject" Target="../embeddings/oleObject1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1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oleObject" Target="../embeddings/oleObject13.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oleObject" Target="../embeddings/oleObject1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Master" Target="../slideMasters/slideMaster1.xml"/><Relationship Id="rId3" Type="http://schemas.openxmlformats.org/officeDocument/2006/relationships/oleObject" Target="../embeddings/oleObject15.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5.xml.rels><?xml version='1.0' encoding='UTF-8' standalone='yes'?>
<Relationships xmlns="http://schemas.openxmlformats.org/package/2006/relationships"><Relationship Id="rId1" Type="http://schemas.openxmlformats.org/officeDocument/2006/relationships/tags" Target="../tags/tag16.xml"/><Relationship Id="rId2" Type="http://schemas.openxmlformats.org/officeDocument/2006/relationships/slideMaster" Target="../slideMasters/slideMaster1.xml"/><Relationship Id="rId3" Type="http://schemas.openxmlformats.org/officeDocument/2006/relationships/oleObject" Target="../embeddings/oleObject16.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6.xml.rels><?xml version='1.0' encoding='UTF-8' standalone='yes'?>
<Relationships xmlns="http://schemas.openxmlformats.org/package/2006/relationships"><Relationship Id="rId1" Type="http://schemas.openxmlformats.org/officeDocument/2006/relationships/tags" Target="../tags/tag17.xml"/><Relationship Id="rId2" Type="http://schemas.openxmlformats.org/officeDocument/2006/relationships/slideMaster" Target="../slideMasters/slideMaster1.xml"/><Relationship Id="rId3" Type="http://schemas.openxmlformats.org/officeDocument/2006/relationships/oleObject" Target="../embeddings/oleObject17.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7.xml.rels><?xml version='1.0' encoding='UTF-8' standalone='yes'?>
<Relationships xmlns="http://schemas.openxmlformats.org/package/2006/relationships"><Relationship Id="rId1" Type="http://schemas.openxmlformats.org/officeDocument/2006/relationships/tags" Target="../tags/tag18.xml"/><Relationship Id="rId2" Type="http://schemas.openxmlformats.org/officeDocument/2006/relationships/slideMaster" Target="../slideMasters/slideMaster1.xml"/><Relationship Id="rId3" Type="http://schemas.openxmlformats.org/officeDocument/2006/relationships/oleObject" Target="../embeddings/oleObject18.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8.xml.rels><?xml version='1.0' encoding='UTF-8' standalone='yes'?>
<Relationships xmlns="http://schemas.openxmlformats.org/package/2006/relationships"><Relationship Id="rId1" Type="http://schemas.openxmlformats.org/officeDocument/2006/relationships/tags" Target="../tags/tag19.xml"/><Relationship Id="rId2" Type="http://schemas.openxmlformats.org/officeDocument/2006/relationships/slideMaster" Target="../slideMasters/slideMaster1.xml"/><Relationship Id="rId3" Type="http://schemas.openxmlformats.org/officeDocument/2006/relationships/oleObject" Target="../embeddings/oleObject19.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19.xml.rels><?xml version='1.0' encoding='UTF-8' standalone='yes'?>
<Relationships xmlns="http://schemas.openxmlformats.org/package/2006/relationships"><Relationship Id="rId1" Type="http://schemas.openxmlformats.org/officeDocument/2006/relationships/tags" Target="../tags/tag20.xml"/><Relationship Id="rId2" Type="http://schemas.openxmlformats.org/officeDocument/2006/relationships/slideMaster" Target="../slideMasters/slideMaster1.xml"/><Relationship Id="rId3" Type="http://schemas.openxmlformats.org/officeDocument/2006/relationships/oleObject" Target="../embeddings/oleObject20.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tags" Target="../tags/tag21.xml"/><Relationship Id="rId2" Type="http://schemas.openxmlformats.org/officeDocument/2006/relationships/slideMaster" Target="../slideMasters/slideMaster1.xml"/><Relationship Id="rId3" Type="http://schemas.openxmlformats.org/officeDocument/2006/relationships/oleObject" Target="../embeddings/oleObject21.bin"/><Relationship Id="rId4" Type="http://schemas.openxmlformats.org/officeDocument/2006/relationships/image" Target="../media/image1.emf"/><Relationship Id="rId5" Type="http://schemas.openxmlformats.org/officeDocument/2006/relationships/image" Target="../media/image22.jpeg"/><Relationship Id="rId6" Type="http://schemas.openxmlformats.org/officeDocument/2006/relationships/image" Target="../media/image21.svg"/></Relationships>
</file>

<file path=ppt/slideLayouts/_rels/slideLayout23.xml.rels><?xml version='1.0' encoding='UTF-8' standalone='yes'?>
<Relationships xmlns="http://schemas.openxmlformats.org/package/2006/relationships"><Relationship Id="rId1" Type="http://schemas.openxmlformats.org/officeDocument/2006/relationships/tags" Target="../tags/tag22.xml"/><Relationship Id="rId2" Type="http://schemas.openxmlformats.org/officeDocument/2006/relationships/slideMaster" Target="../slideMasters/slideMaster1.xml"/><Relationship Id="rId3" Type="http://schemas.openxmlformats.org/officeDocument/2006/relationships/oleObject" Target="../embeddings/oleObject22.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4.xml.rels><?xml version='1.0' encoding='UTF-8' standalone='yes'?>
<Relationships xmlns="http://schemas.openxmlformats.org/package/2006/relationships"><Relationship Id="rId1" Type="http://schemas.openxmlformats.org/officeDocument/2006/relationships/tags" Target="../tags/tag23.xml"/><Relationship Id="rId2" Type="http://schemas.openxmlformats.org/officeDocument/2006/relationships/slideMaster" Target="../slideMasters/slideMaster1.xml"/><Relationship Id="rId3" Type="http://schemas.openxmlformats.org/officeDocument/2006/relationships/oleObject" Target="../embeddings/oleObject23.bin"/><Relationship Id="rId4" Type="http://schemas.openxmlformats.org/officeDocument/2006/relationships/image" Target="../media/image1.emf"/><Relationship Id="rId5" Type="http://schemas.openxmlformats.org/officeDocument/2006/relationships/image" Target="../media/image21.svg"/><Relationship Id="rId6" Type="http://schemas.openxmlformats.org/officeDocument/2006/relationships/image" Target="../media/image22.jpeg"/></Relationships>
</file>

<file path=ppt/slideLayouts/_rels/slideLayout25.xml.rels><?xml version='1.0' encoding='UTF-8' standalone='yes'?>
<Relationships xmlns="http://schemas.openxmlformats.org/package/2006/relationships"><Relationship Id="rId1" Type="http://schemas.openxmlformats.org/officeDocument/2006/relationships/tags" Target="../tags/tag24.xml"/><Relationship Id="rId2" Type="http://schemas.openxmlformats.org/officeDocument/2006/relationships/slideMaster" Target="../slideMasters/slideMaster1.xml"/><Relationship Id="rId3" Type="http://schemas.openxmlformats.org/officeDocument/2006/relationships/oleObject" Target="../embeddings/oleObject24.bin"/><Relationship Id="rId4" Type="http://schemas.openxmlformats.org/officeDocument/2006/relationships/image" Target="../media/image1.emf"/><Relationship Id="rId5" Type="http://schemas.openxmlformats.org/officeDocument/2006/relationships/image" Target="../media/image21.svg"/></Relationships>
</file>

<file path=ppt/slideLayouts/_rels/slideLayout26.xml.rels><?xml version='1.0' encoding='UTF-8' standalone='yes'?>
<Relationships xmlns="http://schemas.openxmlformats.org/package/2006/relationships"><Relationship Id="rId1" Type="http://schemas.openxmlformats.org/officeDocument/2006/relationships/tags" Target="../tags/tag25.xml"/><Relationship Id="rId2" Type="http://schemas.openxmlformats.org/officeDocument/2006/relationships/slideMaster" Target="../slideMasters/slideMaster1.xml"/><Relationship Id="rId3" Type="http://schemas.openxmlformats.org/officeDocument/2006/relationships/oleObject" Target="../embeddings/oleObject25.bin"/><Relationship Id="rId4" Type="http://schemas.openxmlformats.org/officeDocument/2006/relationships/image" Target="../media/image1.emf"/><Relationship Id="rId5" Type="http://schemas.openxmlformats.org/officeDocument/2006/relationships/image" Target="../media/image23.jpe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s>
</file>

<file path=ppt/slideLayouts/_rels/slideLayout27.xml.rels><?xml version='1.0' encoding='UTF-8' standalone='yes'?>
<Relationships xmlns="http://schemas.openxmlformats.org/package/2006/relationships"><Relationship Id="rId1" Type="http://schemas.openxmlformats.org/officeDocument/2006/relationships/tags" Target="../tags/tag26.xml"/><Relationship Id="rId2" Type="http://schemas.openxmlformats.org/officeDocument/2006/relationships/slideMaster" Target="../slideMasters/slideMaster1.xml"/><Relationship Id="rId3" Type="http://schemas.openxmlformats.org/officeDocument/2006/relationships/oleObject" Target="../embeddings/oleObject26.bin"/><Relationship Id="rId4" Type="http://schemas.openxmlformats.org/officeDocument/2006/relationships/image" Target="../media/image1.emf"/><Relationship Id="rId5" Type="http://schemas.openxmlformats.org/officeDocument/2006/relationships/image" Target="../media/image27.jpeg"/><Relationship Id="rId6" Type="http://schemas.openxmlformats.org/officeDocument/2006/relationships/image" Target="../media/image6.svg"/></Relationships>
</file>

<file path=ppt/slideLayouts/_rels/slideLayout28.xml.rels><?xml version='1.0' encoding='UTF-8' standalone='yes'?>
<Relationships xmlns="http://schemas.openxmlformats.org/package/2006/relationships"><Relationship Id="rId1" Type="http://schemas.openxmlformats.org/officeDocument/2006/relationships/tags" Target="../tags/tag27.xml"/><Relationship Id="rId2" Type="http://schemas.openxmlformats.org/officeDocument/2006/relationships/slideMaster" Target="../slideMasters/slideMaster1.xml"/><Relationship Id="rId3" Type="http://schemas.openxmlformats.org/officeDocument/2006/relationships/oleObject" Target="../embeddings/oleObject27.bin"/><Relationship Id="rId4" Type="http://schemas.openxmlformats.org/officeDocument/2006/relationships/image" Target="../media/image1.emf"/><Relationship Id="rId5" Type="http://schemas.openxmlformats.org/officeDocument/2006/relationships/image" Target="../media/image28.jpeg"/><Relationship Id="rId6" Type="http://schemas.openxmlformats.org/officeDocument/2006/relationships/image" Target="../media/image6.svg"/></Relationships>
</file>

<file path=ppt/slideLayouts/_rels/slideLayout29.xml.rels><?xml version='1.0' encoding='UTF-8' standalone='yes'?>
<Relationships xmlns="http://schemas.openxmlformats.org/package/2006/relationships"><Relationship Id="rId1" Type="http://schemas.openxmlformats.org/officeDocument/2006/relationships/tags" Target="../tags/tag28.xml"/><Relationship Id="rId2" Type="http://schemas.openxmlformats.org/officeDocument/2006/relationships/slideMaster" Target="../slideMasters/slideMaster1.xml"/><Relationship Id="rId3" Type="http://schemas.openxmlformats.org/officeDocument/2006/relationships/oleObject" Target="../embeddings/oleObject28.bin"/><Relationship Id="rId4" Type="http://schemas.openxmlformats.org/officeDocument/2006/relationships/image" Target="../media/image1.emf"/><Relationship Id="rId5" Type="http://schemas.openxmlformats.org/officeDocument/2006/relationships/image" Target="../media/image29.jpeg"/><Relationship Id="rId6" Type="http://schemas.openxmlformats.org/officeDocument/2006/relationships/image" Target="../media/image6.svg"/></Relationships>
</file>

<file path=ppt/slideLayouts/_rels/slideLayout30.xml.rels><?xml version='1.0' encoding='UTF-8' standalone='yes'?>
<Relationships xmlns="http://schemas.openxmlformats.org/package/2006/relationships"><Relationship Id="rId1" Type="http://schemas.openxmlformats.org/officeDocument/2006/relationships/tags" Target="../tags/tag29.xml"/><Relationship Id="rId2" Type="http://schemas.openxmlformats.org/officeDocument/2006/relationships/slideMaster" Target="../slideMasters/slideMaster1.xml"/><Relationship Id="rId3" Type="http://schemas.openxmlformats.org/officeDocument/2006/relationships/oleObject" Target="../embeddings/oleObject29.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30.jpeg"/><Relationship Id="rId7" Type="http://schemas.openxmlformats.org/officeDocument/2006/relationships/image" Target="../media/image24.png"/><Relationship Id="rId8" Type="http://schemas.openxmlformats.org/officeDocument/2006/relationships/image" Target="../media/image25.png"/><Relationship Id="rId9" Type="http://schemas.openxmlformats.org/officeDocument/2006/relationships/image" Target="../media/image26.png"/></Relationships>
</file>

<file path=ppt/slideLayouts/_rels/slideLayout31.xml.rels><?xml version='1.0' encoding='UTF-8' standalone='yes'?>
<Relationships xmlns="http://schemas.openxmlformats.org/package/2006/relationships"><Relationship Id="rId1" Type="http://schemas.openxmlformats.org/officeDocument/2006/relationships/tags" Target="../tags/tag30.xml"/><Relationship Id="rId2" Type="http://schemas.openxmlformats.org/officeDocument/2006/relationships/slideMaster" Target="../slideMasters/slideMaster1.xml"/><Relationship Id="rId3" Type="http://schemas.openxmlformats.org/officeDocument/2006/relationships/oleObject" Target="../embeddings/oleObject30.bin"/><Relationship Id="rId4" Type="http://schemas.openxmlformats.org/officeDocument/2006/relationships/image" Target="../media/image1.emf"/><Relationship Id="rId5" Type="http://schemas.openxmlformats.org/officeDocument/2006/relationships/image" Target="../media/image6.svg"/><Relationship Id="rId6" Type="http://schemas.openxmlformats.org/officeDocument/2006/relationships/image" Target="../media/image11.jpeg"/></Relationships>
</file>

<file path=ppt/slideLayouts/_rels/slideLayout32.xml.rels><?xml version='1.0' encoding='UTF-8' standalone='yes'?>
<Relationships xmlns="http://schemas.openxmlformats.org/package/2006/relationships"><Relationship Id="rId1" Type="http://schemas.openxmlformats.org/officeDocument/2006/relationships/tags" Target="../tags/tag31.xml"/><Relationship Id="rId2" Type="http://schemas.openxmlformats.org/officeDocument/2006/relationships/slideMaster" Target="../slideMasters/slideMaster1.xml"/><Relationship Id="rId3" Type="http://schemas.openxmlformats.org/officeDocument/2006/relationships/oleObject" Target="../embeddings/oleObject31.bin"/><Relationship Id="rId4" Type="http://schemas.openxmlformats.org/officeDocument/2006/relationships/image" Target="../media/image1.emf"/><Relationship Id="rId5" Type="http://schemas.openxmlformats.org/officeDocument/2006/relationships/image" Target="../media/image6.svg"/></Relationships>
</file>

<file path=ppt/slideLayouts/_rels/slideLayout33.xml.rels><?xml version='1.0' encoding='UTF-8' standalone='yes'?>
<Relationships xmlns="http://schemas.openxmlformats.org/package/2006/relationships"><Relationship Id="rId1" Type="http://schemas.openxmlformats.org/officeDocument/2006/relationships/tags" Target="../tags/tag32.xml"/><Relationship Id="rId2" Type="http://schemas.openxmlformats.org/officeDocument/2006/relationships/slideMaster" Target="../slideMasters/slideMaster1.xml"/><Relationship Id="rId3" Type="http://schemas.openxmlformats.org/officeDocument/2006/relationships/oleObject" Target="../embeddings/oleObject32.bin"/><Relationship Id="rId4" Type="http://schemas.openxmlformats.org/officeDocument/2006/relationships/image" Target="../media/image1.emf"/><Relationship Id="rId5" Type="http://schemas.openxmlformats.org/officeDocument/2006/relationships/image" Target="../media/image2.svg"/></Relationships>
</file>

<file path=ppt/slideLayouts/_rels/slideLayout34.xml.rels><?xml version='1.0' encoding='UTF-8' standalone='yes'?>
<Relationships xmlns="http://schemas.openxmlformats.org/package/2006/relationships"><Relationship Id="rId1" Type="http://schemas.openxmlformats.org/officeDocument/2006/relationships/tags" Target="../tags/tag33.xml"/><Relationship Id="rId2" Type="http://schemas.openxmlformats.org/officeDocument/2006/relationships/slideMaster" Target="../slideMasters/slideMaster1.xml"/><Relationship Id="rId3" Type="http://schemas.openxmlformats.org/officeDocument/2006/relationships/oleObject" Target="../embeddings/oleObject33.bin"/><Relationship Id="rId4" Type="http://schemas.openxmlformats.org/officeDocument/2006/relationships/image" Target="../media/image1.emf"/><Relationship Id="rId5" Type="http://schemas.openxmlformats.org/officeDocument/2006/relationships/image" Target="../media/image31.svg"/><Relationship Id="rId6" Type="http://schemas.openxmlformats.org/officeDocument/2006/relationships/image" Target="../media/image32.jpeg"/><Relationship Id="rId7" Type="http://schemas.openxmlformats.org/officeDocument/2006/relationships/image" Target="../media/image2.svg"/></Relationships>
</file>

<file path=ppt/slideLayouts/_rels/slideLayout35.xml.rels><?xml version='1.0' encoding='UTF-8' standalone='yes'?>
<Relationships xmlns="http://schemas.openxmlformats.org/package/2006/relationships"><Relationship Id="rId1" Type="http://schemas.openxmlformats.org/officeDocument/2006/relationships/tags" Target="../tags/tag34.xml"/><Relationship Id="rId2" Type="http://schemas.openxmlformats.org/officeDocument/2006/relationships/slideMaster" Target="../slideMasters/slideMaster1.xml"/><Relationship Id="rId3" Type="http://schemas.openxmlformats.org/officeDocument/2006/relationships/oleObject" Target="../embeddings/oleObject34.bin"/><Relationship Id="rId4" Type="http://schemas.openxmlformats.org/officeDocument/2006/relationships/image" Target="../media/image1.emf"/><Relationship Id="rId5" Type="http://schemas.openxmlformats.org/officeDocument/2006/relationships/image" Target="../media/image33.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04067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gradFill>
            <a:gsLst>
              <a:gs pos="15000">
                <a:srgbClr val="140B42"/>
              </a:gs>
              <a:gs pos="80000">
                <a:srgbClr val="005587"/>
              </a:gs>
            </a:gsLst>
            <a:lin ang="2700000" scaled="0"/>
          </a:gra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29" name="Picture Placeholder 28">
            <a:extLst>
              <a:ext uri="{FF2B5EF4-FFF2-40B4-BE49-F238E27FC236}">
                <a16:creationId xmlns:a16="http://schemas.microsoft.com/office/drawing/2014/main" id="{ABDF996A-067F-C41E-7B0E-6CA1AB5BF3DB}"/>
              </a:ext>
            </a:extLst>
          </p:cNvPr>
          <p:cNvSpPr>
            <a:spLocks noGrp="1"/>
          </p:cNvSpPr>
          <p:nvPr>
            <p:ph type="pic" sz="quarter" idx="16" hasCustomPrompt="1"/>
          </p:nvPr>
        </p:nvSpPr>
        <p:spPr>
          <a:xfrm>
            <a:off x="3165812" y="0"/>
            <a:ext cx="9026188" cy="6858000"/>
          </a:xfrm>
          <a:custGeom>
            <a:avLst/>
            <a:gdLst>
              <a:gd name="connsiteX0" fmla="*/ 0 w 9026188"/>
              <a:gd name="connsiteY0" fmla="*/ 0 h 6858000"/>
              <a:gd name="connsiteX1" fmla="*/ 9026188 w 9026188"/>
              <a:gd name="connsiteY1" fmla="*/ 0 h 6858000"/>
              <a:gd name="connsiteX2" fmla="*/ 9026188 w 9026188"/>
              <a:gd name="connsiteY2" fmla="*/ 6858000 h 6858000"/>
              <a:gd name="connsiteX3" fmla="*/ 0 w 9026188"/>
              <a:gd name="connsiteY3" fmla="*/ 6858000 h 6858000"/>
              <a:gd name="connsiteX4" fmla="*/ 3429000 w 9026188"/>
              <a:gd name="connsiteY4" fmla="*/ 3429000 h 6858000"/>
              <a:gd name="connsiteX5" fmla="*/ 0 w 902618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026188" h="6858000">
                <a:moveTo>
                  <a:pt x="0" y="0"/>
                </a:moveTo>
                <a:lnTo>
                  <a:pt x="9026188" y="0"/>
                </a:lnTo>
                <a:lnTo>
                  <a:pt x="9026188" y="6858000"/>
                </a:ln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14" name="Text Placeholder 13">
            <a:extLst>
              <a:ext uri="{FF2B5EF4-FFF2-40B4-BE49-F238E27FC236}">
                <a16:creationId xmlns:a16="http://schemas.microsoft.com/office/drawing/2014/main" id="{C88A32BA-45AE-C130-28F4-09992A9871F3}"/>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12884520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8258188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8" name="Rectangle 17">
            <a:extLst>
              <a:ext uri="{FF2B5EF4-FFF2-40B4-BE49-F238E27FC236}">
                <a16:creationId xmlns:a16="http://schemas.microsoft.com/office/drawing/2014/main" id="{72F88DAF-07DE-80FF-028B-5A5FF467DA01}"/>
              </a:ext>
            </a:extLst>
          </p:cNvPr>
          <p:cNvSpPr/>
          <p:nvPr userDrawn="1"/>
        </p:nvSpPr>
        <p:spPr>
          <a:xfrm>
            <a:off x="0" y="0"/>
            <a:ext cx="12192000" cy="6858000"/>
          </a:xfrm>
          <a:prstGeom prst="rect">
            <a:avLst/>
          </a:prstGeom>
          <a:gradFill>
            <a:gsLst>
              <a:gs pos="20000">
                <a:srgbClr val="005587"/>
              </a:gs>
              <a:gs pos="80000">
                <a:srgbClr val="00A3E0"/>
              </a:gs>
            </a:gsLst>
            <a:lin ang="2700000" scaled="0"/>
          </a:gradFill>
          <a:ln w="12700" cap="flat" cmpd="sng" algn="ctr">
            <a:noFill/>
            <a:prstDash val="solid"/>
            <a:miter lim="800000"/>
          </a:ln>
          <a:effectLst/>
        </p:spPr>
        <p:txBody>
          <a:bodyPr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err="1">
              <a:ln>
                <a:noFill/>
              </a:ln>
              <a:solidFill>
                <a:srgbClr val="FFFFFF"/>
              </a:solidFill>
              <a:effectLst/>
              <a:uLnTx/>
              <a:uFillTx/>
              <a:latin typeface="Arial" panose="020B0604020202020204"/>
              <a:ea typeface="+mn-ea"/>
              <a:cs typeface="+mn-cs"/>
            </a:endParaRPr>
          </a:p>
        </p:txBody>
      </p:sp>
      <p:sp>
        <p:nvSpPr>
          <p:cNvPr id="43" name="Freeform: Shape 42">
            <a:extLst>
              <a:ext uri="{FF2B5EF4-FFF2-40B4-BE49-F238E27FC236}">
                <a16:creationId xmlns:a16="http://schemas.microsoft.com/office/drawing/2014/main" id="{C8F8E4AD-69DF-58FE-0B96-906A5A61D577}"/>
              </a:ext>
            </a:extLst>
          </p:cNvPr>
          <p:cNvSpPr/>
          <p:nvPr userDrawn="1"/>
        </p:nvSpPr>
        <p:spPr>
          <a:xfrm>
            <a:off x="0" y="0"/>
            <a:ext cx="6721812" cy="6858000"/>
          </a:xfrm>
          <a:custGeom>
            <a:avLst/>
            <a:gdLst>
              <a:gd name="connsiteX0" fmla="*/ 0 w 6721812"/>
              <a:gd name="connsiteY0" fmla="*/ 0 h 6858000"/>
              <a:gd name="connsiteX1" fmla="*/ 3292812 w 6721812"/>
              <a:gd name="connsiteY1" fmla="*/ 0 h 6858000"/>
              <a:gd name="connsiteX2" fmla="*/ 6721812 w 6721812"/>
              <a:gd name="connsiteY2" fmla="*/ 3429000 h 6858000"/>
              <a:gd name="connsiteX3" fmla="*/ 3292812 w 6721812"/>
              <a:gd name="connsiteY3" fmla="*/ 6858000 h 6858000"/>
              <a:gd name="connsiteX4" fmla="*/ 0 w 67218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21812" h="6858000">
                <a:moveTo>
                  <a:pt x="0" y="0"/>
                </a:moveTo>
                <a:lnTo>
                  <a:pt x="3292812" y="0"/>
                </a:lnTo>
                <a:cubicBezTo>
                  <a:pt x="5186596" y="0"/>
                  <a:pt x="6721812" y="1535216"/>
                  <a:pt x="6721812" y="3429000"/>
                </a:cubicBezTo>
                <a:cubicBezTo>
                  <a:pt x="6721812" y="5322784"/>
                  <a:pt x="5186596" y="6858000"/>
                  <a:pt x="3292812" y="6858000"/>
                </a:cubicBezTo>
                <a:lnTo>
                  <a:pt x="0" y="6858000"/>
                </a:lnTo>
                <a:close/>
              </a:path>
            </a:pathLst>
          </a:custGeom>
          <a:solidFill>
            <a:schemeClr val="bg1"/>
          </a:solidFill>
          <a:ln w="12700" cap="flat" cmpd="sng" algn="ctr">
            <a:noFill/>
            <a:prstDash val="solid"/>
            <a:miter lim="800000"/>
          </a:ln>
          <a:effectLst/>
        </p:spPr>
        <p:txBody>
          <a:bodyPr wrap="square" rtlCol="0" anchor="t" anchorCtr="0">
            <a:noAutofit/>
          </a:bodyPr>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pic>
        <p:nvPicPr>
          <p:cNvPr id="7" name="Graphic 6">
            <a:extLst>
              <a:ext uri="{FF2B5EF4-FFF2-40B4-BE49-F238E27FC236}">
                <a16:creationId xmlns:a16="http://schemas.microsoft.com/office/drawing/2014/main" id="{04B04B80-80CE-36B4-5E68-7C5247F8CDE3}"/>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4513255"/>
            <a:ext cx="4617521"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229205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2" name="TextBox 11">
            <a:extLst>
              <a:ext uri="{FF2B5EF4-FFF2-40B4-BE49-F238E27FC236}">
                <a16:creationId xmlns:a16="http://schemas.microsoft.com/office/drawing/2014/main" id="{88EE512E-9360-9E00-6B81-4F648325B9E9}"/>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a:t>
            </a:r>
            <a:br>
              <a:rPr lang="en-US" sz="800">
                <a:solidFill>
                  <a:schemeClr val="bg1">
                    <a:lumMod val="50000"/>
                  </a:schemeClr>
                </a:solidFill>
                <a:latin typeface="+mj-lt"/>
                <a:ea typeface="Arial" charset="0"/>
                <a:cs typeface="Arial" charset="0"/>
              </a:rPr>
            </a:br>
            <a:r>
              <a:rPr lang="en-US" sz="800">
                <a:solidFill>
                  <a:schemeClr val="bg1">
                    <a:lumMod val="50000"/>
                  </a:schemeClr>
                </a:solidFill>
                <a:latin typeface="+mj-lt"/>
                <a:ea typeface="Arial" charset="0"/>
                <a:cs typeface="Arial" charset="0"/>
              </a:rPr>
              <a:t>the United States, the European Union, and various other countries. </a:t>
            </a:r>
          </a:p>
        </p:txBody>
      </p:sp>
      <p:sp>
        <p:nvSpPr>
          <p:cNvPr id="38" name="Picture Placeholder 37">
            <a:extLst>
              <a:ext uri="{FF2B5EF4-FFF2-40B4-BE49-F238E27FC236}">
                <a16:creationId xmlns:a16="http://schemas.microsoft.com/office/drawing/2014/main" id="{1B0524C2-AB74-83EE-C93A-A95B62225BD0}"/>
              </a:ext>
            </a:extLst>
          </p:cNvPr>
          <p:cNvSpPr>
            <a:spLocks noGrp="1"/>
          </p:cNvSpPr>
          <p:nvPr>
            <p:ph type="pic" sz="quarter" idx="14" hasCustomPrompt="1"/>
          </p:nvPr>
        </p:nvSpPr>
        <p:spPr>
          <a:xfrm>
            <a:off x="3267412" y="0"/>
            <a:ext cx="6434847" cy="6858000"/>
          </a:xfrm>
          <a:custGeom>
            <a:avLst/>
            <a:gdLst>
              <a:gd name="connsiteX0" fmla="*/ 0 w 6434847"/>
              <a:gd name="connsiteY0" fmla="*/ 0 h 6858000"/>
              <a:gd name="connsiteX1" fmla="*/ 3005847 w 6434847"/>
              <a:gd name="connsiteY1" fmla="*/ 0 h 6858000"/>
              <a:gd name="connsiteX2" fmla="*/ 6434847 w 6434847"/>
              <a:gd name="connsiteY2" fmla="*/ 3429000 h 6858000"/>
              <a:gd name="connsiteX3" fmla="*/ 3005847 w 6434847"/>
              <a:gd name="connsiteY3" fmla="*/ 6858000 h 6858000"/>
              <a:gd name="connsiteX4" fmla="*/ 0 w 6434847"/>
              <a:gd name="connsiteY4" fmla="*/ 6858000 h 6858000"/>
              <a:gd name="connsiteX5" fmla="*/ 3429000 w 6434847"/>
              <a:gd name="connsiteY5" fmla="*/ 3429000 h 6858000"/>
              <a:gd name="connsiteX6" fmla="*/ 0 w 6434847"/>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434847" h="6858000">
                <a:moveTo>
                  <a:pt x="0" y="0"/>
                </a:moveTo>
                <a:lnTo>
                  <a:pt x="3005847" y="0"/>
                </a:lnTo>
                <a:cubicBezTo>
                  <a:pt x="4899631" y="0"/>
                  <a:pt x="6434847" y="1535216"/>
                  <a:pt x="6434847" y="3429000"/>
                </a:cubicBezTo>
                <a:cubicBezTo>
                  <a:pt x="6434847" y="5322784"/>
                  <a:pt x="4899631" y="6858000"/>
                  <a:pt x="3005847" y="6858000"/>
                </a:cubicBezTo>
                <a:lnTo>
                  <a:pt x="0" y="6858000"/>
                </a:lnTo>
                <a:cubicBezTo>
                  <a:pt x="1893784" y="6858000"/>
                  <a:pt x="3429000" y="5322784"/>
                  <a:pt x="3429000" y="3429000"/>
                </a:cubicBezTo>
                <a:cubicBezTo>
                  <a:pt x="3429000" y="1535216"/>
                  <a:pt x="1893784" y="0"/>
                  <a:pt x="0" y="0"/>
                </a:cubicBezTo>
                <a:close/>
              </a:path>
            </a:pathLst>
          </a:custGeom>
          <a:blipFill>
            <a:blip r:embed="rId6"/>
            <a:stretch>
              <a:fillRect/>
            </a:stretch>
          </a:blipFill>
        </p:spPr>
        <p:txBody>
          <a:bodyPr wrap="square" lIns="3749040" anchor="ctr">
            <a:noAutofit/>
          </a:bodyPr>
          <a:lstStyle>
            <a:lvl1pPr marL="0" indent="0" algn="r">
              <a:buNone/>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9" name="Text Placeholder 13">
            <a:extLst>
              <a:ext uri="{FF2B5EF4-FFF2-40B4-BE49-F238E27FC236}">
                <a16:creationId xmlns:a16="http://schemas.microsoft.com/office/drawing/2014/main" id="{EC55EDFF-03EC-F7FE-A5CE-E9171F0FDEE1}"/>
              </a:ext>
            </a:extLst>
          </p:cNvPr>
          <p:cNvSpPr>
            <a:spLocks noGrp="1"/>
          </p:cNvSpPr>
          <p:nvPr>
            <p:ph type="body" sz="quarter" idx="17" hasCustomPrompt="1"/>
          </p:nvPr>
        </p:nvSpPr>
        <p:spPr>
          <a:xfrm>
            <a:off x="560269" y="5680710"/>
            <a:ext cx="4617521"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407570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6434143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id="{19149D81-FD4B-DC76-CAF0-EE426536CA3B}"/>
              </a:ext>
            </a:extLst>
          </p:cNvPr>
          <p:cNvSpPr>
            <a:spLocks noGrp="1"/>
          </p:cNvSpPr>
          <p:nvPr>
            <p:ph type="pic" sz="quarter" idx="16" hasCustomPrompt="1"/>
          </p:nvPr>
        </p:nvSpPr>
        <p:spPr>
          <a:xfrm>
            <a:off x="7198473" y="2"/>
            <a:ext cx="4993529" cy="6857999"/>
          </a:xfrm>
          <a:custGeom>
            <a:avLst/>
            <a:gdLst>
              <a:gd name="connsiteX0" fmla="*/ 1703159 w 4993529"/>
              <a:gd name="connsiteY0" fmla="*/ 0 h 6857999"/>
              <a:gd name="connsiteX1" fmla="*/ 4993529 w 4993529"/>
              <a:gd name="connsiteY1" fmla="*/ 0 h 6857999"/>
              <a:gd name="connsiteX2" fmla="*/ 4993529 w 4993529"/>
              <a:gd name="connsiteY2" fmla="*/ 6857999 h 6857999"/>
              <a:gd name="connsiteX3" fmla="*/ 1703166 w 4993529"/>
              <a:gd name="connsiteY3" fmla="*/ 6857999 h 6857999"/>
              <a:gd name="connsiteX4" fmla="*/ 1566432 w 4993529"/>
              <a:gd name="connsiteY4" fmla="*/ 6750547 h 6857999"/>
              <a:gd name="connsiteX5" fmla="*/ 0 w 4993529"/>
              <a:gd name="connsiteY5" fmla="*/ 3428996 h 6857999"/>
              <a:gd name="connsiteX6" fmla="*/ 1566433 w 4993529"/>
              <a:gd name="connsiteY6" fmla="*/ 107445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93529" h="6857999">
                <a:moveTo>
                  <a:pt x="1703159" y="0"/>
                </a:moveTo>
                <a:lnTo>
                  <a:pt x="4993529" y="0"/>
                </a:lnTo>
                <a:lnTo>
                  <a:pt x="4993529" y="6857999"/>
                </a:lnTo>
                <a:lnTo>
                  <a:pt x="1703166" y="6857999"/>
                </a:lnTo>
                <a:lnTo>
                  <a:pt x="1566432" y="6750547"/>
                </a:lnTo>
                <a:cubicBezTo>
                  <a:pt x="609773" y="5961041"/>
                  <a:pt x="0" y="4766229"/>
                  <a:pt x="0" y="3428996"/>
                </a:cubicBezTo>
                <a:cubicBezTo>
                  <a:pt x="1" y="2091763"/>
                  <a:pt x="609775" y="896951"/>
                  <a:pt x="1566433" y="107445"/>
                </a:cubicBezTo>
                <a:close/>
              </a:path>
            </a:pathLst>
          </a:custGeom>
          <a:blipFill>
            <a:blip r:embed="rId5"/>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8" y="3669831"/>
            <a:ext cx="5578912" cy="954942"/>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sentence case</a:t>
            </a:r>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469099"/>
            <a:ext cx="5578912"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1383229" y="83754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62" name="Graphic 61">
            <a:extLst>
              <a:ext uri="{FF2B5EF4-FFF2-40B4-BE49-F238E27FC236}">
                <a16:creationId xmlns:a16="http://schemas.microsoft.com/office/drawing/2014/main" id="{734FFF4D-C595-1C02-3284-439FA4259BB6}"/>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17" name="TextBox 16">
            <a:extLst>
              <a:ext uri="{FF2B5EF4-FFF2-40B4-BE49-F238E27FC236}">
                <a16:creationId xmlns:a16="http://schemas.microsoft.com/office/drawing/2014/main" id="{05D16DF4-1248-421F-6EC8-178149D3D334}"/>
              </a:ext>
            </a:extLst>
          </p:cNvPr>
          <p:cNvSpPr txBox="1"/>
          <p:nvPr userDrawn="1"/>
        </p:nvSpPr>
        <p:spPr bwMode="black">
          <a:xfrm>
            <a:off x="5602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18" name="Rectangle: Top Corners Rounded 17">
            <a:extLst>
              <a:ext uri="{FF2B5EF4-FFF2-40B4-BE49-F238E27FC236}">
                <a16:creationId xmlns:a16="http://schemas.microsoft.com/office/drawing/2014/main" id="{0A5D0DDA-43DE-B7ED-926F-B2A9412B7D7B}"/>
              </a:ext>
            </a:extLst>
          </p:cNvPr>
          <p:cNvSpPr/>
          <p:nvPr userDrawn="1"/>
        </p:nvSpPr>
        <p:spPr>
          <a:xfrm rot="5400000">
            <a:off x="361950" y="349250"/>
            <a:ext cx="551180" cy="127508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Text Placeholder 13">
            <a:extLst>
              <a:ext uri="{FF2B5EF4-FFF2-40B4-BE49-F238E27FC236}">
                <a16:creationId xmlns:a16="http://schemas.microsoft.com/office/drawing/2014/main" id="{840BC821-F126-C42A-9321-67F78D8191C2}"/>
              </a:ext>
            </a:extLst>
          </p:cNvPr>
          <p:cNvSpPr>
            <a:spLocks noGrp="1"/>
          </p:cNvSpPr>
          <p:nvPr>
            <p:ph type="body" sz="quarter" idx="17" hasCustomPrompt="1"/>
          </p:nvPr>
        </p:nvSpPr>
        <p:spPr>
          <a:xfrm>
            <a:off x="560268" y="4736677"/>
            <a:ext cx="5578912" cy="507026"/>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094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9444878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Rectangle 52">
            <a:extLst>
              <a:ext uri="{FF2B5EF4-FFF2-40B4-BE49-F238E27FC236}">
                <a16:creationId xmlns:a16="http://schemas.microsoft.com/office/drawing/2014/main" id="{ADE7A219-BFB8-A500-5B97-DA711CAAB05D}"/>
              </a:ext>
            </a:extLst>
          </p:cNvPr>
          <p:cNvSpPr/>
          <p:nvPr userDrawn="1"/>
        </p:nvSpPr>
        <p:spPr>
          <a:xfrm>
            <a:off x="-2" y="-1"/>
            <a:ext cx="12192000" cy="6858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Title 1">
            <a:extLst>
              <a:ext uri="{FF2B5EF4-FFF2-40B4-BE49-F238E27FC236}">
                <a16:creationId xmlns:a16="http://schemas.microsoft.com/office/drawing/2014/main" id="{519B719F-790C-1D24-3B52-3CAD939B0C2D}"/>
              </a:ext>
            </a:extLst>
          </p:cNvPr>
          <p:cNvSpPr>
            <a:spLocks noGrp="1"/>
          </p:cNvSpPr>
          <p:nvPr>
            <p:ph type="ctrTitle" hasCustomPrompt="1"/>
          </p:nvPr>
        </p:nvSpPr>
        <p:spPr>
          <a:xfrm>
            <a:off x="560269" y="1185957"/>
            <a:ext cx="5198505"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11" name="Subtitle 2">
            <a:extLst>
              <a:ext uri="{FF2B5EF4-FFF2-40B4-BE49-F238E27FC236}">
                <a16:creationId xmlns:a16="http://schemas.microsoft.com/office/drawing/2014/main" id="{773AE45F-3592-3C42-FFE9-84090A2D6827}"/>
              </a:ext>
            </a:extLst>
          </p:cNvPr>
          <p:cNvSpPr>
            <a:spLocks noGrp="1"/>
          </p:cNvSpPr>
          <p:nvPr>
            <p:ph type="subTitle" idx="1" hasCustomPrompt="1"/>
          </p:nvPr>
        </p:nvSpPr>
        <p:spPr>
          <a:xfrm>
            <a:off x="560269" y="5683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5" name="Graphic 4">
            <a:extLst>
              <a:ext uri="{FF2B5EF4-FFF2-40B4-BE49-F238E27FC236}">
                <a16:creationId xmlns:a16="http://schemas.microsoft.com/office/drawing/2014/main" id="{353F45A5-691A-331A-0A5E-EF9DC3E5E9D0}"/>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10042" y="5757573"/>
            <a:ext cx="2212298" cy="399963"/>
          </a:xfrm>
          <a:prstGeom prst="rect">
            <a:avLst/>
          </a:prstGeom>
        </p:spPr>
      </p:pic>
      <p:sp>
        <p:nvSpPr>
          <p:cNvPr id="21" name="Rectangle: Top Corners Rounded 20">
            <a:extLst>
              <a:ext uri="{FF2B5EF4-FFF2-40B4-BE49-F238E27FC236}">
                <a16:creationId xmlns:a16="http://schemas.microsoft.com/office/drawing/2014/main" id="{990F88C9-134E-565F-6E26-6417D9962BB5}"/>
              </a:ext>
            </a:extLst>
          </p:cNvPr>
          <p:cNvSpPr/>
          <p:nvPr userDrawn="1"/>
        </p:nvSpPr>
        <p:spPr>
          <a:xfrm rot="5400000">
            <a:off x="1858678" y="1846115"/>
            <a:ext cx="1127091" cy="4844450"/>
          </a:xfrm>
          <a:prstGeom prst="round2SameRect">
            <a:avLst>
              <a:gd name="adj1" fmla="val 50000"/>
              <a:gd name="adj2" fmla="val 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8" name="Text Placeholder 21">
            <a:extLst>
              <a:ext uri="{FF2B5EF4-FFF2-40B4-BE49-F238E27FC236}">
                <a16:creationId xmlns:a16="http://schemas.microsoft.com/office/drawing/2014/main" id="{E633C580-0093-922F-AB79-1F914A15749E}"/>
              </a:ext>
            </a:extLst>
          </p:cNvPr>
          <p:cNvSpPr>
            <a:spLocks noGrp="1"/>
          </p:cNvSpPr>
          <p:nvPr>
            <p:ph type="body" sz="quarter" idx="11" hasCustomPrompt="1"/>
          </p:nvPr>
        </p:nvSpPr>
        <p:spPr>
          <a:xfrm>
            <a:off x="560269" y="3696104"/>
            <a:ext cx="4187369" cy="1139792"/>
          </a:xfrm>
          <a:prstGeom prst="rect">
            <a:avLst/>
          </a:prstGeom>
        </p:spPr>
        <p:txBody>
          <a:bodyPr anchor="ctr">
            <a:noAutofit/>
          </a:bodyPr>
          <a:lstStyle>
            <a:lvl1pPr marL="0" indent="0" algn="l">
              <a:lnSpc>
                <a:spcPct val="100000"/>
              </a:lnSpc>
              <a:spcBef>
                <a:spcPts val="0"/>
              </a:spcBef>
              <a:buNone/>
              <a:defRPr sz="2000" b="0" i="0">
                <a:solidFill>
                  <a:schemeClr val="tx2"/>
                </a:solidFill>
                <a:latin typeface="+mj-lt"/>
              </a:defRPr>
            </a:lvl1pPr>
          </a:lstStyle>
          <a:p>
            <a:pPr lvl="0"/>
            <a:r>
              <a:rPr lang="en-US"/>
              <a:t>Subheads are 20pt Noto Sans sentence case</a:t>
            </a:r>
          </a:p>
        </p:txBody>
      </p:sp>
      <p:sp>
        <p:nvSpPr>
          <p:cNvPr id="23" name="TextBox 22">
            <a:extLst>
              <a:ext uri="{FF2B5EF4-FFF2-40B4-BE49-F238E27FC236}">
                <a16:creationId xmlns:a16="http://schemas.microsoft.com/office/drawing/2014/main" id="{740A9D05-7CC8-8C49-7E62-59B4C4A868D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8" name="Freeform: Shape 27">
            <a:extLst>
              <a:ext uri="{FF2B5EF4-FFF2-40B4-BE49-F238E27FC236}">
                <a16:creationId xmlns:a16="http://schemas.microsoft.com/office/drawing/2014/main" id="{236EA6A8-471B-A5CE-D31B-50ED62AD5F2C}"/>
              </a:ext>
            </a:extLst>
          </p:cNvPr>
          <p:cNvSpPr/>
          <p:nvPr userDrawn="1"/>
        </p:nvSpPr>
        <p:spPr>
          <a:xfrm>
            <a:off x="11385549" y="2754630"/>
            <a:ext cx="806451" cy="1520190"/>
          </a:xfrm>
          <a:custGeom>
            <a:avLst/>
            <a:gdLst>
              <a:gd name="connsiteX0" fmla="*/ 760095 w 806451"/>
              <a:gd name="connsiteY0" fmla="*/ 0 h 1520190"/>
              <a:gd name="connsiteX1" fmla="*/ 806451 w 806451"/>
              <a:gd name="connsiteY1" fmla="*/ 0 h 1520190"/>
              <a:gd name="connsiteX2" fmla="*/ 806451 w 806451"/>
              <a:gd name="connsiteY2" fmla="*/ 1520190 h 1520190"/>
              <a:gd name="connsiteX3" fmla="*/ 760095 w 806451"/>
              <a:gd name="connsiteY3" fmla="*/ 1520190 h 1520190"/>
              <a:gd name="connsiteX4" fmla="*/ 0 w 806451"/>
              <a:gd name="connsiteY4" fmla="*/ 760095 h 1520190"/>
              <a:gd name="connsiteX5" fmla="*/ 760095 w 806451"/>
              <a:gd name="connsiteY5" fmla="*/ 0 h 1520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06451" h="1520190">
                <a:moveTo>
                  <a:pt x="760095" y="0"/>
                </a:moveTo>
                <a:lnTo>
                  <a:pt x="806451" y="0"/>
                </a:lnTo>
                <a:lnTo>
                  <a:pt x="806451" y="1520190"/>
                </a:lnTo>
                <a:lnTo>
                  <a:pt x="760095" y="1520190"/>
                </a:lnTo>
                <a:cubicBezTo>
                  <a:pt x="340306" y="1520190"/>
                  <a:pt x="0" y="1179884"/>
                  <a:pt x="0" y="760095"/>
                </a:cubicBezTo>
                <a:cubicBezTo>
                  <a:pt x="0" y="340306"/>
                  <a:pt x="340306" y="0"/>
                  <a:pt x="760095" y="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9" name="Oval 28">
            <a:extLst>
              <a:ext uri="{FF2B5EF4-FFF2-40B4-BE49-F238E27FC236}">
                <a16:creationId xmlns:a16="http://schemas.microsoft.com/office/drawing/2014/main" id="{9AB1090A-172E-249E-20D1-9ED6F9778154}"/>
              </a:ext>
            </a:extLst>
          </p:cNvPr>
          <p:cNvSpPr/>
          <p:nvPr userDrawn="1"/>
        </p:nvSpPr>
        <p:spPr>
          <a:xfrm>
            <a:off x="8154670" y="3101975"/>
            <a:ext cx="825500" cy="825500"/>
          </a:xfrm>
          <a:prstGeom prst="ellipse">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37" name="Rectangle: Rounded Corners 36">
            <a:extLst>
              <a:ext uri="{FF2B5EF4-FFF2-40B4-BE49-F238E27FC236}">
                <a16:creationId xmlns:a16="http://schemas.microsoft.com/office/drawing/2014/main" id="{E78834BD-6122-8897-155C-7D8AAA482567}"/>
              </a:ext>
            </a:extLst>
          </p:cNvPr>
          <p:cNvSpPr/>
          <p:nvPr userDrawn="1"/>
        </p:nvSpPr>
        <p:spPr>
          <a:xfrm>
            <a:off x="5938520" y="882316"/>
            <a:ext cx="2494280" cy="963930"/>
          </a:xfrm>
          <a:prstGeom prst="roundRect">
            <a:avLst>
              <a:gd name="adj" fmla="val 50000"/>
            </a:avLst>
          </a:pr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42" name="Freeform: Shape 41">
            <a:extLst>
              <a:ext uri="{FF2B5EF4-FFF2-40B4-BE49-F238E27FC236}">
                <a16:creationId xmlns:a16="http://schemas.microsoft.com/office/drawing/2014/main" id="{3536A388-F38A-423D-0271-552744C160CC}"/>
              </a:ext>
            </a:extLst>
          </p:cNvPr>
          <p:cNvSpPr/>
          <p:nvPr userDrawn="1"/>
        </p:nvSpPr>
        <p:spPr>
          <a:xfrm>
            <a:off x="10173970" y="5084778"/>
            <a:ext cx="2018031" cy="782320"/>
          </a:xfrm>
          <a:custGeom>
            <a:avLst/>
            <a:gdLst>
              <a:gd name="connsiteX0" fmla="*/ 391160 w 2018031"/>
              <a:gd name="connsiteY0" fmla="*/ 0 h 782320"/>
              <a:gd name="connsiteX1" fmla="*/ 2018031 w 2018031"/>
              <a:gd name="connsiteY1" fmla="*/ 0 h 782320"/>
              <a:gd name="connsiteX2" fmla="*/ 2018031 w 2018031"/>
              <a:gd name="connsiteY2" fmla="*/ 782320 h 782320"/>
              <a:gd name="connsiteX3" fmla="*/ 391160 w 2018031"/>
              <a:gd name="connsiteY3" fmla="*/ 782320 h 782320"/>
              <a:gd name="connsiteX4" fmla="*/ 0 w 2018031"/>
              <a:gd name="connsiteY4" fmla="*/ 391160 h 782320"/>
              <a:gd name="connsiteX5" fmla="*/ 391160 w 2018031"/>
              <a:gd name="connsiteY5" fmla="*/ 0 h 782320"/>
              <a:gd name="connsiteX0" fmla="*/ 2018031 w 2109471"/>
              <a:gd name="connsiteY0" fmla="*/ 782320 h 873760"/>
              <a:gd name="connsiteX1" fmla="*/ 391160 w 2109471"/>
              <a:gd name="connsiteY1" fmla="*/ 782320 h 873760"/>
              <a:gd name="connsiteX2" fmla="*/ 0 w 2109471"/>
              <a:gd name="connsiteY2" fmla="*/ 391160 h 873760"/>
              <a:gd name="connsiteX3" fmla="*/ 391160 w 2109471"/>
              <a:gd name="connsiteY3" fmla="*/ 0 h 873760"/>
              <a:gd name="connsiteX4" fmla="*/ 2018031 w 2109471"/>
              <a:gd name="connsiteY4" fmla="*/ 0 h 873760"/>
              <a:gd name="connsiteX5" fmla="*/ 2109471 w 2109471"/>
              <a:gd name="connsiteY5" fmla="*/ 873760 h 873760"/>
              <a:gd name="connsiteX0" fmla="*/ 2018031 w 2018031"/>
              <a:gd name="connsiteY0" fmla="*/ 782320 h 782320"/>
              <a:gd name="connsiteX1" fmla="*/ 391160 w 2018031"/>
              <a:gd name="connsiteY1" fmla="*/ 782320 h 782320"/>
              <a:gd name="connsiteX2" fmla="*/ 0 w 2018031"/>
              <a:gd name="connsiteY2" fmla="*/ 391160 h 782320"/>
              <a:gd name="connsiteX3" fmla="*/ 391160 w 2018031"/>
              <a:gd name="connsiteY3" fmla="*/ 0 h 782320"/>
              <a:gd name="connsiteX4" fmla="*/ 2018031 w 2018031"/>
              <a:gd name="connsiteY4" fmla="*/ 0 h 7823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8031" h="782320">
                <a:moveTo>
                  <a:pt x="2018031" y="782320"/>
                </a:moveTo>
                <a:lnTo>
                  <a:pt x="391160" y="782320"/>
                </a:lnTo>
                <a:cubicBezTo>
                  <a:pt x="175128" y="782320"/>
                  <a:pt x="0" y="607192"/>
                  <a:pt x="0" y="391160"/>
                </a:cubicBezTo>
                <a:cubicBezTo>
                  <a:pt x="0" y="175128"/>
                  <a:pt x="175128" y="0"/>
                  <a:pt x="391160" y="0"/>
                </a:cubicBezTo>
                <a:lnTo>
                  <a:pt x="2018031" y="0"/>
                </a:lnTo>
              </a:path>
            </a:pathLst>
          </a:custGeom>
          <a:noFill/>
          <a:ln w="19050">
            <a:solidFill>
              <a:srgbClr val="00CCFF"/>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sp>
        <p:nvSpPr>
          <p:cNvPr id="58" name="Picture Placeholder 57">
            <a:extLst>
              <a:ext uri="{FF2B5EF4-FFF2-40B4-BE49-F238E27FC236}">
                <a16:creationId xmlns:a16="http://schemas.microsoft.com/office/drawing/2014/main" id="{4B3972EC-C773-5A43-FB97-099CB4BCD367}"/>
              </a:ext>
            </a:extLst>
          </p:cNvPr>
          <p:cNvSpPr>
            <a:spLocks noGrp="1"/>
          </p:cNvSpPr>
          <p:nvPr>
            <p:ph type="pic" sz="quarter" idx="14" hasCustomPrompt="1"/>
          </p:nvPr>
        </p:nvSpPr>
        <p:spPr>
          <a:xfrm>
            <a:off x="6022975" y="4600908"/>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0" name="Picture Placeholder 59">
            <a:extLst>
              <a:ext uri="{FF2B5EF4-FFF2-40B4-BE49-F238E27FC236}">
                <a16:creationId xmlns:a16="http://schemas.microsoft.com/office/drawing/2014/main" id="{21C08761-BCFD-2804-56C5-147560B27512}"/>
              </a:ext>
            </a:extLst>
          </p:cNvPr>
          <p:cNvSpPr>
            <a:spLocks noGrp="1"/>
          </p:cNvSpPr>
          <p:nvPr>
            <p:ph type="pic" sz="quarter" idx="15" hasCustomPrompt="1"/>
          </p:nvPr>
        </p:nvSpPr>
        <p:spPr>
          <a:xfrm>
            <a:off x="9511025" y="2779604"/>
            <a:ext cx="1470242" cy="1470242"/>
          </a:xfrm>
          <a:prstGeom prst="ellipse">
            <a:avLst/>
          </a:prstGeom>
          <a:blipFill>
            <a:blip r:embed="rId7"/>
            <a:stretch>
              <a:fillRect/>
            </a:stretch>
          </a:blipFill>
        </p:spPr>
        <p:txBody>
          <a:bodyPr wrap="none" anchor="ctr">
            <a:noAutofit/>
          </a:bodyPr>
          <a:lstStyle>
            <a:lvl1pPr marL="0" indent="0" algn="ctr" defTabSz="914400" rtl="0" eaLnBrk="1" latinLnBrk="0" hangingPunct="1">
              <a:lnSpc>
                <a:spcPct val="90000"/>
              </a:lnSpc>
              <a:spcBef>
                <a:spcPts val="1000"/>
              </a:spcBef>
              <a:buFont typeface="Arial" panose="020B0604020202020204" pitchFamily="34" charset="0"/>
              <a:buNone/>
              <a:defRPr lang="en-US" sz="1800" b="1" kern="1200" dirty="0">
                <a:solidFill>
                  <a:srgbClr val="DA291C"/>
                </a:solidFill>
                <a:latin typeface="+mn-lt"/>
                <a:ea typeface="+mn-ea"/>
                <a:cs typeface="+mn-cs"/>
              </a:defRPr>
            </a:lvl1pPr>
          </a:lstStyle>
          <a:p>
            <a:r>
              <a:rPr lang="en-US"/>
              <a:t>Click to </a:t>
            </a:r>
            <a:br>
              <a:rPr lang="en-US"/>
            </a:br>
            <a:r>
              <a:rPr lang="en-US"/>
              <a:t>add image</a:t>
            </a:r>
          </a:p>
        </p:txBody>
      </p:sp>
      <p:sp>
        <p:nvSpPr>
          <p:cNvPr id="7" name="Picture Placeholder 6">
            <a:extLst>
              <a:ext uri="{FF2B5EF4-FFF2-40B4-BE49-F238E27FC236}">
                <a16:creationId xmlns:a16="http://schemas.microsoft.com/office/drawing/2014/main" id="{7A93C421-0BFF-D458-4C46-91C277AFC2F7}"/>
              </a:ext>
            </a:extLst>
          </p:cNvPr>
          <p:cNvSpPr>
            <a:spLocks noGrp="1"/>
          </p:cNvSpPr>
          <p:nvPr>
            <p:ph type="pic" sz="quarter" idx="16" hasCustomPrompt="1"/>
          </p:nvPr>
        </p:nvSpPr>
        <p:spPr>
          <a:xfrm>
            <a:off x="7569200" y="488950"/>
            <a:ext cx="3587750" cy="1750662"/>
          </a:xfrm>
          <a:custGeom>
            <a:avLst/>
            <a:gdLst>
              <a:gd name="connsiteX0" fmla="*/ 875331 w 3587750"/>
              <a:gd name="connsiteY0" fmla="*/ 0 h 1750662"/>
              <a:gd name="connsiteX1" fmla="*/ 2712419 w 3587750"/>
              <a:gd name="connsiteY1" fmla="*/ 0 h 1750662"/>
              <a:gd name="connsiteX2" fmla="*/ 3587750 w 3587750"/>
              <a:gd name="connsiteY2" fmla="*/ 875331 h 1750662"/>
              <a:gd name="connsiteX3" fmla="*/ 2712419 w 3587750"/>
              <a:gd name="connsiteY3" fmla="*/ 1750662 h 1750662"/>
              <a:gd name="connsiteX4" fmla="*/ 875331 w 3587750"/>
              <a:gd name="connsiteY4" fmla="*/ 1750662 h 1750662"/>
              <a:gd name="connsiteX5" fmla="*/ 0 w 3587750"/>
              <a:gd name="connsiteY5" fmla="*/ 875331 h 1750662"/>
              <a:gd name="connsiteX6" fmla="*/ 875331 w 3587750"/>
              <a:gd name="connsiteY6" fmla="*/ 0 h 1750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87750" h="1750662">
                <a:moveTo>
                  <a:pt x="875331" y="0"/>
                </a:moveTo>
                <a:lnTo>
                  <a:pt x="2712419" y="0"/>
                </a:lnTo>
                <a:cubicBezTo>
                  <a:pt x="3195851" y="0"/>
                  <a:pt x="3587750" y="391899"/>
                  <a:pt x="3587750" y="875331"/>
                </a:cubicBezTo>
                <a:cubicBezTo>
                  <a:pt x="3587750" y="1358763"/>
                  <a:pt x="3195851" y="1750662"/>
                  <a:pt x="2712419" y="1750662"/>
                </a:cubicBezTo>
                <a:lnTo>
                  <a:pt x="875331" y="1750662"/>
                </a:lnTo>
                <a:cubicBezTo>
                  <a:pt x="391899" y="1750662"/>
                  <a:pt x="0" y="1358763"/>
                  <a:pt x="0" y="875331"/>
                </a:cubicBezTo>
                <a:cubicBezTo>
                  <a:pt x="0" y="391899"/>
                  <a:pt x="391899" y="0"/>
                  <a:pt x="875331" y="0"/>
                </a:cubicBezTo>
                <a:close/>
              </a:path>
            </a:pathLst>
          </a:custGeom>
          <a:blipFill>
            <a:blip r:embed="rId8"/>
            <a:stretch>
              <a:fillRect/>
            </a:stretch>
          </a:blipFill>
        </p:spPr>
        <p:txBody>
          <a:bodyPr wrap="square" lIns="91440" anchor="ctr">
            <a:noAutofit/>
          </a:bodyPr>
          <a:lstStyle>
            <a:lvl1pPr marL="0" indent="0" algn="ctr">
              <a:buNone/>
              <a:defRPr sz="1800" b="1">
                <a:solidFill>
                  <a:srgbClr val="DA291C"/>
                </a:solidFill>
              </a:defRPr>
            </a:lvl1pPr>
          </a:lstStyle>
          <a:p>
            <a:r>
              <a:rPr lang="en-US"/>
              <a:t>Click to add image</a:t>
            </a:r>
          </a:p>
        </p:txBody>
      </p:sp>
      <p:sp>
        <p:nvSpPr>
          <p:cNvPr id="2" name="Text Placeholder 13">
            <a:extLst>
              <a:ext uri="{FF2B5EF4-FFF2-40B4-BE49-F238E27FC236}">
                <a16:creationId xmlns:a16="http://schemas.microsoft.com/office/drawing/2014/main" id="{410DB0DD-3550-AA3A-3964-0928F4F14294}"/>
              </a:ext>
            </a:extLst>
          </p:cNvPr>
          <p:cNvSpPr>
            <a:spLocks noGrp="1"/>
          </p:cNvSpPr>
          <p:nvPr>
            <p:ph type="body" sz="quarter" idx="17" hasCustomPrompt="1"/>
          </p:nvPr>
        </p:nvSpPr>
        <p:spPr>
          <a:xfrm>
            <a:off x="560269" y="4908128"/>
            <a:ext cx="4187369"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66574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40211182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id="{2EF3D7E1-E5A6-9F41-9CF8-AAAEB02D2F1C}"/>
              </a:ext>
            </a:extLst>
          </p:cNvPr>
          <p:cNvSpPr/>
          <p:nvPr userDrawn="1"/>
        </p:nvSpPr>
        <p:spPr>
          <a:xfrm>
            <a:off x="1"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 name="Graphic 1">
            <a:extLst>
              <a:ext uri="{FF2B5EF4-FFF2-40B4-BE49-F238E27FC236}">
                <a16:creationId xmlns:a16="http://schemas.microsoft.com/office/drawing/2014/main" id="{DFB796EA-5FE4-C00B-C632-B6DD2037CA9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7" name="Text Placeholder 21">
            <a:extLst>
              <a:ext uri="{FF2B5EF4-FFF2-40B4-BE49-F238E27FC236}">
                <a16:creationId xmlns:a16="http://schemas.microsoft.com/office/drawing/2014/main" id="{12F89F06-2842-6C78-F8B9-DF481DE16163}"/>
              </a:ext>
            </a:extLst>
          </p:cNvPr>
          <p:cNvSpPr>
            <a:spLocks noGrp="1"/>
          </p:cNvSpPr>
          <p:nvPr>
            <p:ph type="body" sz="quarter" idx="11" hasCustomPrompt="1"/>
          </p:nvPr>
        </p:nvSpPr>
        <p:spPr>
          <a:xfrm>
            <a:off x="6948369" y="454542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8" name="Title 1">
            <a:extLst>
              <a:ext uri="{FF2B5EF4-FFF2-40B4-BE49-F238E27FC236}">
                <a16:creationId xmlns:a16="http://schemas.microsoft.com/office/drawing/2014/main" id="{C09011B2-930B-2726-A34F-9595F38F67E6}"/>
              </a:ext>
            </a:extLst>
          </p:cNvPr>
          <p:cNvSpPr>
            <a:spLocks noGrp="1"/>
          </p:cNvSpPr>
          <p:nvPr>
            <p:ph type="ctrTitle" hasCustomPrompt="1"/>
          </p:nvPr>
        </p:nvSpPr>
        <p:spPr>
          <a:xfrm>
            <a:off x="6948369" y="2283169"/>
            <a:ext cx="4849931" cy="2088828"/>
          </a:xfrm>
          <a:prstGeom prst="rect">
            <a:avLst/>
          </a:prstGeom>
        </p:spPr>
        <p:txBody>
          <a:bodyPr vert="horz" anchor="t"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9" name="Subtitle 2">
            <a:extLst>
              <a:ext uri="{FF2B5EF4-FFF2-40B4-BE49-F238E27FC236}">
                <a16:creationId xmlns:a16="http://schemas.microsoft.com/office/drawing/2014/main" id="{817DEC49-9F6E-FEDD-D9A7-746572D694B9}"/>
              </a:ext>
            </a:extLst>
          </p:cNvPr>
          <p:cNvSpPr>
            <a:spLocks noGrp="1"/>
          </p:cNvSpPr>
          <p:nvPr>
            <p:ph type="subTitle" idx="1" hasCustomPrompt="1"/>
          </p:nvPr>
        </p:nvSpPr>
        <p:spPr>
          <a:xfrm>
            <a:off x="6948369" y="174051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4" name="TextBox 13">
            <a:extLst>
              <a:ext uri="{FF2B5EF4-FFF2-40B4-BE49-F238E27FC236}">
                <a16:creationId xmlns:a16="http://schemas.microsoft.com/office/drawing/2014/main" id="{F44FBDBE-CB0C-FA03-27E9-222DD602C14A}"/>
              </a:ext>
            </a:extLst>
          </p:cNvPr>
          <p:cNvSpPr txBox="1"/>
          <p:nvPr userDrawn="1"/>
        </p:nvSpPr>
        <p:spPr bwMode="black">
          <a:xfrm>
            <a:off x="407546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grpSp>
        <p:nvGrpSpPr>
          <p:cNvPr id="4" name="Group 3">
            <a:extLst>
              <a:ext uri="{FF2B5EF4-FFF2-40B4-BE49-F238E27FC236}">
                <a16:creationId xmlns:a16="http://schemas.microsoft.com/office/drawing/2014/main" id="{B5787C3C-B50B-409B-D239-AC6FD72699C3}"/>
              </a:ext>
            </a:extLst>
          </p:cNvPr>
          <p:cNvGrpSpPr/>
          <p:nvPr userDrawn="1"/>
        </p:nvGrpSpPr>
        <p:grpSpPr>
          <a:xfrm>
            <a:off x="-5079" y="0"/>
            <a:ext cx="6333420" cy="6858000"/>
            <a:chOff x="16581" y="0"/>
            <a:chExt cx="6333420" cy="6858000"/>
          </a:xfrm>
        </p:grpSpPr>
        <p:sp>
          <p:nvSpPr>
            <p:cNvPr id="5" name="Rectangle: Top Corners Rounded 4">
              <a:extLst>
                <a:ext uri="{FF2B5EF4-FFF2-40B4-BE49-F238E27FC236}">
                  <a16:creationId xmlns:a16="http://schemas.microsoft.com/office/drawing/2014/main" id="{C25A6BEA-005B-9875-2AE7-6D57A7F0472B}"/>
                </a:ext>
              </a:extLst>
            </p:cNvPr>
            <p:cNvSpPr/>
            <p:nvPr userDrawn="1"/>
          </p:nvSpPr>
          <p:spPr>
            <a:xfrm rot="5400000">
              <a:off x="5116" y="2759744"/>
              <a:ext cx="4114800" cy="4081711"/>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6" name="Freeform: Shape 5">
              <a:extLst>
                <a:ext uri="{FF2B5EF4-FFF2-40B4-BE49-F238E27FC236}">
                  <a16:creationId xmlns:a16="http://schemas.microsoft.com/office/drawing/2014/main" id="{6DFBA484-25CD-1779-3A38-65ED15CCD6D6}"/>
                </a:ext>
              </a:extLst>
            </p:cNvPr>
            <p:cNvSpPr/>
            <p:nvPr userDrawn="1"/>
          </p:nvSpPr>
          <p:spPr>
            <a:xfrm>
              <a:off x="21660" y="0"/>
              <a:ext cx="6328341" cy="5552111"/>
            </a:xfrm>
            <a:custGeom>
              <a:avLst/>
              <a:gdLst>
                <a:gd name="connsiteX0" fmla="*/ 0 w 6328341"/>
                <a:gd name="connsiteY0" fmla="*/ 0 h 5552111"/>
                <a:gd name="connsiteX1" fmla="*/ 6328341 w 6328341"/>
                <a:gd name="connsiteY1" fmla="*/ 0 h 5552111"/>
                <a:gd name="connsiteX2" fmla="*/ 6328341 w 6328341"/>
                <a:gd name="connsiteY2" fmla="*/ 2377111 h 5552111"/>
                <a:gd name="connsiteX3" fmla="*/ 3153341 w 6328341"/>
                <a:gd name="connsiteY3" fmla="*/ 5552111 h 5552111"/>
                <a:gd name="connsiteX4" fmla="*/ 42846 w 6328341"/>
                <a:gd name="connsiteY4" fmla="*/ 3016984 h 5552111"/>
                <a:gd name="connsiteX5" fmla="*/ 0 w 6328341"/>
                <a:gd name="connsiteY5" fmla="*/ 273624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8341" h="5552111">
                  <a:moveTo>
                    <a:pt x="0" y="0"/>
                  </a:moveTo>
                  <a:lnTo>
                    <a:pt x="6328341" y="0"/>
                  </a:lnTo>
                  <a:lnTo>
                    <a:pt x="6328341" y="2377111"/>
                  </a:lnTo>
                  <a:cubicBezTo>
                    <a:pt x="6328341" y="4130615"/>
                    <a:pt x="4906845" y="5552111"/>
                    <a:pt x="3153341" y="5552111"/>
                  </a:cubicBezTo>
                  <a:cubicBezTo>
                    <a:pt x="1619025" y="5552111"/>
                    <a:pt x="338903" y="4463778"/>
                    <a:pt x="42846" y="3016984"/>
                  </a:cubicBezTo>
                  <a:lnTo>
                    <a:pt x="0" y="2736246"/>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0" name="Freeform: Shape 9">
              <a:extLst>
                <a:ext uri="{FF2B5EF4-FFF2-40B4-BE49-F238E27FC236}">
                  <a16:creationId xmlns:a16="http://schemas.microsoft.com/office/drawing/2014/main" id="{DF9BA332-9382-C19F-66FE-99AB2FD12525}"/>
                </a:ext>
              </a:extLst>
            </p:cNvPr>
            <p:cNvSpPr/>
            <p:nvPr userDrawn="1"/>
          </p:nvSpPr>
          <p:spPr>
            <a:xfrm rot="5400000">
              <a:off x="652981" y="2106800"/>
              <a:ext cx="2808911" cy="4081711"/>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grpSp>
      <p:sp>
        <p:nvSpPr>
          <p:cNvPr id="11" name="Text Placeholder 13">
            <a:extLst>
              <a:ext uri="{FF2B5EF4-FFF2-40B4-BE49-F238E27FC236}">
                <a16:creationId xmlns:a16="http://schemas.microsoft.com/office/drawing/2014/main" id="{64565F74-6607-D645-F5A7-0A5632621C55}"/>
              </a:ext>
            </a:extLst>
          </p:cNvPr>
          <p:cNvSpPr>
            <a:spLocks noGrp="1"/>
          </p:cNvSpPr>
          <p:nvPr>
            <p:ph type="body" sz="quarter" idx="17" hasCustomPrompt="1"/>
          </p:nvPr>
        </p:nvSpPr>
        <p:spPr>
          <a:xfrm>
            <a:off x="6948369" y="575394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2831037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528559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2" name="Graphic 11">
            <a:extLst>
              <a:ext uri="{FF2B5EF4-FFF2-40B4-BE49-F238E27FC236}">
                <a16:creationId xmlns:a16="http://schemas.microsoft.com/office/drawing/2014/main" id="{CCE057E2-8B7A-030D-538C-6C18EF64073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 y="241300"/>
            <a:ext cx="11868149" cy="6362699"/>
          </a:xfrm>
          <a:prstGeom prst="rect">
            <a:avLst/>
          </a:prstGeom>
        </p:spPr>
      </p:pic>
      <p:sp>
        <p:nvSpPr>
          <p:cNvPr id="20" name="Rectangle: Rounded Corners 19">
            <a:extLst>
              <a:ext uri="{FF2B5EF4-FFF2-40B4-BE49-F238E27FC236}">
                <a16:creationId xmlns:a16="http://schemas.microsoft.com/office/drawing/2014/main" id="{E3DF00FD-7F50-5F6A-0211-01F10C408F79}"/>
              </a:ext>
            </a:extLst>
          </p:cNvPr>
          <p:cNvSpPr/>
          <p:nvPr userDrawn="1"/>
        </p:nvSpPr>
        <p:spPr>
          <a:xfrm rot="2700000">
            <a:off x="9559085" y="-38969"/>
            <a:ext cx="1593806" cy="3572005"/>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2" name="Rectangle: Rounded Corners 21">
            <a:extLst>
              <a:ext uri="{FF2B5EF4-FFF2-40B4-BE49-F238E27FC236}">
                <a16:creationId xmlns:a16="http://schemas.microsoft.com/office/drawing/2014/main" id="{0E54E32E-29E1-0CE9-9EB3-4299AC5BA551}"/>
              </a:ext>
            </a:extLst>
          </p:cNvPr>
          <p:cNvSpPr/>
          <p:nvPr userDrawn="1"/>
        </p:nvSpPr>
        <p:spPr>
          <a:xfrm rot="2700000">
            <a:off x="9854559" y="1343244"/>
            <a:ext cx="592131" cy="3587612"/>
          </a:xfrm>
          <a:prstGeom prst="roundRect">
            <a:avLst>
              <a:gd name="adj" fmla="val 50000"/>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4" name="Freeform: Shape 23">
            <a:extLst>
              <a:ext uri="{FF2B5EF4-FFF2-40B4-BE49-F238E27FC236}">
                <a16:creationId xmlns:a16="http://schemas.microsoft.com/office/drawing/2014/main" id="{33A17EB4-0511-A9D6-5B78-5B9A582D9D64}"/>
              </a:ext>
            </a:extLst>
          </p:cNvPr>
          <p:cNvSpPr/>
          <p:nvPr userDrawn="1"/>
        </p:nvSpPr>
        <p:spPr>
          <a:xfrm rot="2700000">
            <a:off x="8557688" y="693470"/>
            <a:ext cx="2580562" cy="3142418"/>
          </a:xfrm>
          <a:custGeom>
            <a:avLst/>
            <a:gdLst>
              <a:gd name="connsiteX0" fmla="*/ 0 w 2580562"/>
              <a:gd name="connsiteY0" fmla="*/ 944206 h 4086624"/>
              <a:gd name="connsiteX1" fmla="*/ 704269 w 2580562"/>
              <a:gd name="connsiteY1" fmla="*/ 239938 h 4086624"/>
              <a:gd name="connsiteX2" fmla="*/ 1862790 w 2580562"/>
              <a:gd name="connsiteY2" fmla="*/ 239938 h 4086624"/>
              <a:gd name="connsiteX3" fmla="*/ 2580562 w 2580562"/>
              <a:gd name="connsiteY3" fmla="*/ 957710 h 4086624"/>
              <a:gd name="connsiteX4" fmla="*/ 2580562 w 2580562"/>
              <a:gd name="connsiteY4" fmla="*/ 2796343 h 4086624"/>
              <a:gd name="connsiteX5" fmla="*/ 1290281 w 2580562"/>
              <a:gd name="connsiteY5" fmla="*/ 4086624 h 4086624"/>
              <a:gd name="connsiteX6" fmla="*/ 0 w 2580562"/>
              <a:gd name="connsiteY6" fmla="*/ 2796343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7" fmla="*/ 795709 w 2580562"/>
              <a:gd name="connsiteY7" fmla="*/ 331378 h 4086624"/>
              <a:gd name="connsiteX0" fmla="*/ 704269 w 2580562"/>
              <a:gd name="connsiteY0" fmla="*/ 239938 h 4086624"/>
              <a:gd name="connsiteX1" fmla="*/ 1862790 w 2580562"/>
              <a:gd name="connsiteY1" fmla="*/ 239938 h 4086624"/>
              <a:gd name="connsiteX2" fmla="*/ 2580562 w 2580562"/>
              <a:gd name="connsiteY2" fmla="*/ 957710 h 4086624"/>
              <a:gd name="connsiteX3" fmla="*/ 2580562 w 2580562"/>
              <a:gd name="connsiteY3" fmla="*/ 2796343 h 4086624"/>
              <a:gd name="connsiteX4" fmla="*/ 1290281 w 2580562"/>
              <a:gd name="connsiteY4" fmla="*/ 4086624 h 4086624"/>
              <a:gd name="connsiteX5" fmla="*/ 0 w 2580562"/>
              <a:gd name="connsiteY5" fmla="*/ 2796343 h 4086624"/>
              <a:gd name="connsiteX6" fmla="*/ 0 w 2580562"/>
              <a:gd name="connsiteY6" fmla="*/ 944206 h 4086624"/>
              <a:gd name="connsiteX0" fmla="*/ 1862790 w 2580562"/>
              <a:gd name="connsiteY0" fmla="*/ 0 h 3846686"/>
              <a:gd name="connsiteX1" fmla="*/ 2580562 w 2580562"/>
              <a:gd name="connsiteY1" fmla="*/ 717772 h 3846686"/>
              <a:gd name="connsiteX2" fmla="*/ 2580562 w 2580562"/>
              <a:gd name="connsiteY2" fmla="*/ 2556405 h 3846686"/>
              <a:gd name="connsiteX3" fmla="*/ 1290281 w 2580562"/>
              <a:gd name="connsiteY3" fmla="*/ 3846686 h 3846686"/>
              <a:gd name="connsiteX4" fmla="*/ 0 w 2580562"/>
              <a:gd name="connsiteY4" fmla="*/ 2556405 h 3846686"/>
              <a:gd name="connsiteX5" fmla="*/ 0 w 2580562"/>
              <a:gd name="connsiteY5" fmla="*/ 704268 h 3846686"/>
              <a:gd name="connsiteX0" fmla="*/ 2580562 w 2580562"/>
              <a:gd name="connsiteY0" fmla="*/ 13504 h 3142418"/>
              <a:gd name="connsiteX1" fmla="*/ 2580562 w 2580562"/>
              <a:gd name="connsiteY1" fmla="*/ 1852137 h 3142418"/>
              <a:gd name="connsiteX2" fmla="*/ 1290281 w 2580562"/>
              <a:gd name="connsiteY2" fmla="*/ 3142418 h 3142418"/>
              <a:gd name="connsiteX3" fmla="*/ 0 w 2580562"/>
              <a:gd name="connsiteY3" fmla="*/ 1852137 h 3142418"/>
              <a:gd name="connsiteX4" fmla="*/ 0 w 2580562"/>
              <a:gd name="connsiteY4" fmla="*/ 0 h 31424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80562" h="3142418">
                <a:moveTo>
                  <a:pt x="2580562" y="13504"/>
                </a:moveTo>
                <a:lnTo>
                  <a:pt x="2580562" y="1852137"/>
                </a:lnTo>
                <a:cubicBezTo>
                  <a:pt x="2580562" y="2564740"/>
                  <a:pt x="2002884" y="3142418"/>
                  <a:pt x="1290281" y="3142418"/>
                </a:cubicBezTo>
                <a:cubicBezTo>
                  <a:pt x="577678" y="3142418"/>
                  <a:pt x="0" y="2564740"/>
                  <a:pt x="0" y="1852137"/>
                </a:cubicBezTo>
                <a:lnTo>
                  <a:pt x="0" y="0"/>
                </a:lnTo>
              </a:path>
            </a:pathLst>
          </a:custGeom>
          <a:no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6" name="Graphic 25">
            <a:extLst>
              <a:ext uri="{FF2B5EF4-FFF2-40B4-BE49-F238E27FC236}">
                <a16:creationId xmlns:a16="http://schemas.microsoft.com/office/drawing/2014/main" id="{279552D8-93AA-1558-53CF-B3AA2441C9F1}"/>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27" name="Text Placeholder 21">
            <a:extLst>
              <a:ext uri="{FF2B5EF4-FFF2-40B4-BE49-F238E27FC236}">
                <a16:creationId xmlns:a16="http://schemas.microsoft.com/office/drawing/2014/main" id="{2DB327D4-53F8-A02D-FD4B-DE3CE5FC3F4D}"/>
              </a:ext>
            </a:extLst>
          </p:cNvPr>
          <p:cNvSpPr>
            <a:spLocks noGrp="1"/>
          </p:cNvSpPr>
          <p:nvPr>
            <p:ph type="body" sz="quarter" idx="11" hasCustomPrompt="1"/>
          </p:nvPr>
        </p:nvSpPr>
        <p:spPr>
          <a:xfrm>
            <a:off x="560269" y="4513255"/>
            <a:ext cx="6716020"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28" name="Title 1">
            <a:extLst>
              <a:ext uri="{FF2B5EF4-FFF2-40B4-BE49-F238E27FC236}">
                <a16:creationId xmlns:a16="http://schemas.microsoft.com/office/drawing/2014/main" id="{1D4F7CBF-B263-6DFD-1E56-2BCBA31644B6}"/>
              </a:ext>
            </a:extLst>
          </p:cNvPr>
          <p:cNvSpPr>
            <a:spLocks noGrp="1"/>
          </p:cNvSpPr>
          <p:nvPr>
            <p:ph type="ctrTitle" hasCustomPrompt="1"/>
          </p:nvPr>
        </p:nvSpPr>
        <p:spPr>
          <a:xfrm>
            <a:off x="560269" y="2292059"/>
            <a:ext cx="6716020"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29" name="Subtitle 2">
            <a:extLst>
              <a:ext uri="{FF2B5EF4-FFF2-40B4-BE49-F238E27FC236}">
                <a16:creationId xmlns:a16="http://schemas.microsoft.com/office/drawing/2014/main" id="{E612B469-E30C-E96F-0490-057826786242}"/>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30" name="TextBox 29">
            <a:extLst>
              <a:ext uri="{FF2B5EF4-FFF2-40B4-BE49-F238E27FC236}">
                <a16:creationId xmlns:a16="http://schemas.microsoft.com/office/drawing/2014/main" id="{EF596005-FB39-2120-DA4B-99A6851C070A}"/>
              </a:ext>
            </a:extLst>
          </p:cNvPr>
          <p:cNvSpPr txBox="1"/>
          <p:nvPr userDrawn="1"/>
        </p:nvSpPr>
        <p:spPr bwMode="black">
          <a:xfrm>
            <a:off x="560269" y="66215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42" name="Picture Placeholder 41">
            <a:extLst>
              <a:ext uri="{FF2B5EF4-FFF2-40B4-BE49-F238E27FC236}">
                <a16:creationId xmlns:a16="http://schemas.microsoft.com/office/drawing/2014/main" id="{178ED566-AC4C-DB1A-FBA8-411D294AA9F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Text Placeholder 13">
            <a:extLst>
              <a:ext uri="{FF2B5EF4-FFF2-40B4-BE49-F238E27FC236}">
                <a16:creationId xmlns:a16="http://schemas.microsoft.com/office/drawing/2014/main" id="{4871D7E5-7016-D225-9AA1-16FDB1DA9B1E}"/>
              </a:ext>
            </a:extLst>
          </p:cNvPr>
          <p:cNvSpPr>
            <a:spLocks noGrp="1"/>
          </p:cNvSpPr>
          <p:nvPr>
            <p:ph type="body" sz="quarter" idx="17" hasCustomPrompt="1"/>
          </p:nvPr>
        </p:nvSpPr>
        <p:spPr>
          <a:xfrm>
            <a:off x="560268" y="5680710"/>
            <a:ext cx="6716020"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538288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0783123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6" name="Rectangle 45">
            <a:extLst>
              <a:ext uri="{FF2B5EF4-FFF2-40B4-BE49-F238E27FC236}">
                <a16:creationId xmlns:a16="http://schemas.microsoft.com/office/drawing/2014/main" id="{739BB318-2FA2-9BC0-C500-B054B13E410C}"/>
              </a:ext>
            </a:extLst>
          </p:cNvPr>
          <p:cNvSpPr/>
          <p:nvPr userDrawn="1"/>
        </p:nvSpPr>
        <p:spPr>
          <a:xfrm>
            <a:off x="-1"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pic>
        <p:nvPicPr>
          <p:cNvPr id="15" name="Graphic 14">
            <a:extLst>
              <a:ext uri="{FF2B5EF4-FFF2-40B4-BE49-F238E27FC236}">
                <a16:creationId xmlns:a16="http://schemas.microsoft.com/office/drawing/2014/main" id="{8257E79C-F908-FC57-48EB-74840AB780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996138" y="1574801"/>
            <a:ext cx="1566472" cy="5029200"/>
          </a:xfrm>
          <a:prstGeom prst="rect">
            <a:avLst/>
          </a:prstGeom>
        </p:spPr>
      </p:pic>
      <p:sp>
        <p:nvSpPr>
          <p:cNvPr id="39" name="Freeform: Shape 38">
            <a:extLst>
              <a:ext uri="{FF2B5EF4-FFF2-40B4-BE49-F238E27FC236}">
                <a16:creationId xmlns:a16="http://schemas.microsoft.com/office/drawing/2014/main" id="{EA460FB5-1D71-63A8-83DD-7C183AC8C704}"/>
              </a:ext>
            </a:extLst>
          </p:cNvPr>
          <p:cNvSpPr>
            <a:spLocks/>
          </p:cNvSpPr>
          <p:nvPr userDrawn="1"/>
        </p:nvSpPr>
        <p:spPr>
          <a:xfrm>
            <a:off x="6115326" y="6091026"/>
            <a:ext cx="1562353" cy="751899"/>
          </a:xfrm>
          <a:custGeom>
            <a:avLst/>
            <a:gdLst>
              <a:gd name="connsiteX0" fmla="*/ 781177 w 1562353"/>
              <a:gd name="connsiteY0" fmla="*/ 0 h 751899"/>
              <a:gd name="connsiteX1" fmla="*/ 1549698 w 1562353"/>
              <a:gd name="connsiteY1" fmla="*/ 626363 h 751899"/>
              <a:gd name="connsiteX2" fmla="*/ 1562353 w 1562353"/>
              <a:gd name="connsiteY2" fmla="*/ 751899 h 751899"/>
              <a:gd name="connsiteX3" fmla="*/ 0 w 1562353"/>
              <a:gd name="connsiteY3" fmla="*/ 751899 h 751899"/>
              <a:gd name="connsiteX4" fmla="*/ 12655 w 1562353"/>
              <a:gd name="connsiteY4" fmla="*/ 626363 h 751899"/>
              <a:gd name="connsiteX5" fmla="*/ 781177 w 1562353"/>
              <a:gd name="connsiteY5" fmla="*/ 0 h 751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2353" h="751899">
                <a:moveTo>
                  <a:pt x="781177" y="0"/>
                </a:moveTo>
                <a:cubicBezTo>
                  <a:pt x="1160266" y="0"/>
                  <a:pt x="1476550" y="268899"/>
                  <a:pt x="1549698" y="626363"/>
                </a:cubicBezTo>
                <a:lnTo>
                  <a:pt x="1562353" y="751899"/>
                </a:lnTo>
                <a:lnTo>
                  <a:pt x="0" y="751899"/>
                </a:lnTo>
                <a:lnTo>
                  <a:pt x="12655" y="626363"/>
                </a:lnTo>
                <a:cubicBezTo>
                  <a:pt x="85803" y="268899"/>
                  <a:pt x="402087" y="0"/>
                  <a:pt x="781177" y="0"/>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0" name="Freeform: Shape 39">
            <a:extLst>
              <a:ext uri="{FF2B5EF4-FFF2-40B4-BE49-F238E27FC236}">
                <a16:creationId xmlns:a16="http://schemas.microsoft.com/office/drawing/2014/main" id="{F2AAAAF4-7481-56CC-28C1-4AD28C235C0D}"/>
              </a:ext>
            </a:extLst>
          </p:cNvPr>
          <p:cNvSpPr/>
          <p:nvPr userDrawn="1"/>
        </p:nvSpPr>
        <p:spPr>
          <a:xfrm>
            <a:off x="9914020" y="4855317"/>
            <a:ext cx="1574088" cy="1987609"/>
          </a:xfrm>
          <a:custGeom>
            <a:avLst/>
            <a:gdLst>
              <a:gd name="connsiteX0" fmla="*/ 1557049 w 1574088"/>
              <a:gd name="connsiteY0" fmla="*/ 0 h 1987609"/>
              <a:gd name="connsiteX1" fmla="*/ 1574088 w 1574088"/>
              <a:gd name="connsiteY1" fmla="*/ 1718 h 1987609"/>
              <a:gd name="connsiteX2" fmla="*/ 1574088 w 1574088"/>
              <a:gd name="connsiteY2" fmla="*/ 1987609 h 1987609"/>
              <a:gd name="connsiteX3" fmla="*/ 0 w 1574088"/>
              <a:gd name="connsiteY3" fmla="*/ 1987609 h 1987609"/>
              <a:gd name="connsiteX4" fmla="*/ 0 w 1574088"/>
              <a:gd name="connsiteY4" fmla="*/ 1557049 h 1987609"/>
              <a:gd name="connsiteX5" fmla="*/ 1557049 w 1574088"/>
              <a:gd name="connsiteY5" fmla="*/ 0 h 19876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74088" h="1987609">
                <a:moveTo>
                  <a:pt x="1557049" y="0"/>
                </a:moveTo>
                <a:lnTo>
                  <a:pt x="1574088" y="1718"/>
                </a:lnTo>
                <a:lnTo>
                  <a:pt x="1574088" y="1987609"/>
                </a:lnTo>
                <a:lnTo>
                  <a:pt x="0" y="1987609"/>
                </a:lnTo>
                <a:lnTo>
                  <a:pt x="0" y="1557049"/>
                </a:lnTo>
                <a:cubicBezTo>
                  <a:pt x="0" y="697115"/>
                  <a:pt x="697115" y="0"/>
                  <a:pt x="1557049" y="0"/>
                </a:cubicBezTo>
                <a:close/>
              </a:path>
            </a:pathLst>
          </a:custGeom>
          <a:gradFill>
            <a:gsLst>
              <a:gs pos="0">
                <a:srgbClr val="6EEAC4"/>
              </a:gs>
              <a:gs pos="4000">
                <a:srgbClr val="69DFBD"/>
              </a:gs>
              <a:gs pos="39000">
                <a:srgbClr val="458588"/>
              </a:gs>
              <a:gs pos="68000">
                <a:srgbClr val="2A4360"/>
              </a:gs>
              <a:gs pos="89000">
                <a:srgbClr val="191A48"/>
              </a:gs>
              <a:gs pos="100000">
                <a:srgbClr val="130B3F"/>
              </a:gs>
            </a:gsLst>
            <a:lin ang="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3" name="Freeform: Shape 32">
            <a:extLst>
              <a:ext uri="{FF2B5EF4-FFF2-40B4-BE49-F238E27FC236}">
                <a16:creationId xmlns:a16="http://schemas.microsoft.com/office/drawing/2014/main" id="{913F0253-1103-0501-0DDE-FBAF667D32CE}"/>
              </a:ext>
            </a:extLst>
          </p:cNvPr>
          <p:cNvSpPr/>
          <p:nvPr userDrawn="1"/>
        </p:nvSpPr>
        <p:spPr>
          <a:xfrm>
            <a:off x="11821584" y="743158"/>
            <a:ext cx="375516" cy="1813796"/>
          </a:xfrm>
          <a:custGeom>
            <a:avLst/>
            <a:gdLst>
              <a:gd name="connsiteX0" fmla="*/ 375516 w 375516"/>
              <a:gd name="connsiteY0" fmla="*/ 0 h 1813796"/>
              <a:gd name="connsiteX1" fmla="*/ 375516 w 375516"/>
              <a:gd name="connsiteY1" fmla="*/ 1813796 h 1813796"/>
              <a:gd name="connsiteX2" fmla="*/ 287640 w 375516"/>
              <a:gd name="connsiteY2" fmla="*/ 1786518 h 1813796"/>
              <a:gd name="connsiteX3" fmla="*/ 0 w 375516"/>
              <a:gd name="connsiteY3" fmla="*/ 1352570 h 1813796"/>
              <a:gd name="connsiteX4" fmla="*/ 0 w 375516"/>
              <a:gd name="connsiteY4" fmla="*/ 461226 h 1813796"/>
              <a:gd name="connsiteX5" fmla="*/ 287640 w 375516"/>
              <a:gd name="connsiteY5" fmla="*/ 27278 h 1813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5516" h="1813796">
                <a:moveTo>
                  <a:pt x="375516" y="0"/>
                </a:moveTo>
                <a:lnTo>
                  <a:pt x="375516" y="1813796"/>
                </a:lnTo>
                <a:lnTo>
                  <a:pt x="287640" y="1786518"/>
                </a:lnTo>
                <a:cubicBezTo>
                  <a:pt x="118606" y="1715023"/>
                  <a:pt x="0" y="1547648"/>
                  <a:pt x="0" y="1352570"/>
                </a:cubicBezTo>
                <a:lnTo>
                  <a:pt x="0" y="461226"/>
                </a:lnTo>
                <a:cubicBezTo>
                  <a:pt x="0" y="266149"/>
                  <a:pt x="118606" y="98774"/>
                  <a:pt x="287640" y="27278"/>
                </a:cubicBezTo>
                <a:close/>
              </a:path>
            </a:pathLst>
          </a:cu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1" name="Freeform: Shape 30">
            <a:extLst>
              <a:ext uri="{FF2B5EF4-FFF2-40B4-BE49-F238E27FC236}">
                <a16:creationId xmlns:a16="http://schemas.microsoft.com/office/drawing/2014/main" id="{47676A29-7E8F-1D6A-EC1B-460D31DC64E0}"/>
              </a:ext>
            </a:extLst>
          </p:cNvPr>
          <p:cNvSpPr/>
          <p:nvPr userDrawn="1"/>
        </p:nvSpPr>
        <p:spPr>
          <a:xfrm>
            <a:off x="11834966" y="2890625"/>
            <a:ext cx="362135" cy="3952299"/>
          </a:xfrm>
          <a:custGeom>
            <a:avLst/>
            <a:gdLst>
              <a:gd name="connsiteX0" fmla="*/ 362135 w 362135"/>
              <a:gd name="connsiteY0" fmla="*/ 0 h 3952299"/>
              <a:gd name="connsiteX1" fmla="*/ 362135 w 362135"/>
              <a:gd name="connsiteY1" fmla="*/ 3952299 h 3952299"/>
              <a:gd name="connsiteX2" fmla="*/ 345157 w 362135"/>
              <a:gd name="connsiteY2" fmla="*/ 3947029 h 3952299"/>
              <a:gd name="connsiteX3" fmla="*/ 0 w 362135"/>
              <a:gd name="connsiteY3" fmla="*/ 3426307 h 3952299"/>
              <a:gd name="connsiteX4" fmla="*/ 0 w 362135"/>
              <a:gd name="connsiteY4" fmla="*/ 525991 h 3952299"/>
              <a:gd name="connsiteX5" fmla="*/ 345157 w 362135"/>
              <a:gd name="connsiteY5" fmla="*/ 5270 h 3952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62135" h="3952299">
                <a:moveTo>
                  <a:pt x="362135" y="0"/>
                </a:moveTo>
                <a:lnTo>
                  <a:pt x="362135" y="3952299"/>
                </a:lnTo>
                <a:lnTo>
                  <a:pt x="345157" y="3947029"/>
                </a:lnTo>
                <a:cubicBezTo>
                  <a:pt x="142323" y="3861237"/>
                  <a:pt x="0" y="3660393"/>
                  <a:pt x="0" y="3426307"/>
                </a:cubicBezTo>
                <a:lnTo>
                  <a:pt x="0" y="525991"/>
                </a:lnTo>
                <a:cubicBezTo>
                  <a:pt x="0" y="291906"/>
                  <a:pt x="142323" y="91062"/>
                  <a:pt x="345157" y="5270"/>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68" name="Graphic 67">
            <a:extLst>
              <a:ext uri="{FF2B5EF4-FFF2-40B4-BE49-F238E27FC236}">
                <a16:creationId xmlns:a16="http://schemas.microsoft.com/office/drawing/2014/main" id="{A9941B5D-B587-2CD8-1E2F-5B1501282D47}"/>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710042" y="611533"/>
            <a:ext cx="2212298" cy="399963"/>
          </a:xfrm>
          <a:prstGeom prst="rect">
            <a:avLst/>
          </a:prstGeom>
        </p:spPr>
      </p:pic>
      <p:sp>
        <p:nvSpPr>
          <p:cNvPr id="73" name="TextBox 72">
            <a:extLst>
              <a:ext uri="{FF2B5EF4-FFF2-40B4-BE49-F238E27FC236}">
                <a16:creationId xmlns:a16="http://schemas.microsoft.com/office/drawing/2014/main" id="{A3F0ED94-D4EA-C9DE-D42F-D4FB64467424}"/>
              </a:ext>
            </a:extLst>
          </p:cNvPr>
          <p:cNvSpPr txBox="1"/>
          <p:nvPr userDrawn="1"/>
        </p:nvSpPr>
        <p:spPr bwMode="black">
          <a:xfrm>
            <a:off x="560269" y="6458393"/>
            <a:ext cx="7722832" cy="33855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a:t>
            </a:r>
            <a:br>
              <a:rPr lang="en-US" sz="800">
                <a:solidFill>
                  <a:srgbClr val="7FD1EF"/>
                </a:solidFill>
                <a:latin typeface="+mj-lt"/>
                <a:ea typeface="Arial" charset="0"/>
                <a:cs typeface="Arial" charset="0"/>
              </a:rPr>
            </a:br>
            <a:r>
              <a:rPr lang="en-US" sz="800">
                <a:solidFill>
                  <a:srgbClr val="7FD1EF"/>
                </a:solidFill>
                <a:latin typeface="+mj-lt"/>
                <a:ea typeface="Arial" charset="0"/>
                <a:cs typeface="Arial" charset="0"/>
              </a:rPr>
              <a:t>the United States, the European Union, and various other countries. </a:t>
            </a:r>
          </a:p>
        </p:txBody>
      </p:sp>
      <p:sp>
        <p:nvSpPr>
          <p:cNvPr id="12" name="Picture Placeholder 11">
            <a:extLst>
              <a:ext uri="{FF2B5EF4-FFF2-40B4-BE49-F238E27FC236}">
                <a16:creationId xmlns:a16="http://schemas.microsoft.com/office/drawing/2014/main" id="{C4F16AE3-C94B-2D66-8339-457C0CFF0360}"/>
              </a:ext>
            </a:extLst>
          </p:cNvPr>
          <p:cNvSpPr>
            <a:spLocks noGrp="1"/>
          </p:cNvSpPr>
          <p:nvPr>
            <p:ph type="pic" sz="quarter" idx="14" hasCustomPrompt="1"/>
          </p:nvPr>
        </p:nvSpPr>
        <p:spPr>
          <a:xfrm>
            <a:off x="6098391" y="6350"/>
            <a:ext cx="1579288" cy="2314574"/>
          </a:xfrm>
          <a:custGeom>
            <a:avLst/>
            <a:gdLst>
              <a:gd name="connsiteX0" fmla="*/ 0 w 1579288"/>
              <a:gd name="connsiteY0" fmla="*/ 0 h 2314574"/>
              <a:gd name="connsiteX1" fmla="*/ 1579288 w 1579288"/>
              <a:gd name="connsiteY1" fmla="*/ 0 h 2314574"/>
              <a:gd name="connsiteX2" fmla="*/ 1579288 w 1579288"/>
              <a:gd name="connsiteY2" fmla="*/ 1524930 h 2314574"/>
              <a:gd name="connsiteX3" fmla="*/ 789644 w 1579288"/>
              <a:gd name="connsiteY3" fmla="*/ 2314574 h 2314574"/>
              <a:gd name="connsiteX4" fmla="*/ 0 w 1579288"/>
              <a:gd name="connsiteY4" fmla="*/ 1524930 h 23145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79288" h="2314574">
                <a:moveTo>
                  <a:pt x="0" y="0"/>
                </a:moveTo>
                <a:lnTo>
                  <a:pt x="1579288" y="0"/>
                </a:lnTo>
                <a:lnTo>
                  <a:pt x="1579288" y="1524930"/>
                </a:lnTo>
                <a:cubicBezTo>
                  <a:pt x="1579288" y="1961038"/>
                  <a:pt x="1225752" y="2314574"/>
                  <a:pt x="789644" y="2314574"/>
                </a:cubicBezTo>
                <a:cubicBezTo>
                  <a:pt x="353536" y="2314574"/>
                  <a:pt x="0" y="1961038"/>
                  <a:pt x="0" y="1524930"/>
                </a:cubicBezTo>
                <a:close/>
              </a:path>
            </a:pathLst>
          </a:custGeom>
          <a:blipFill>
            <a:blip r:embed="rId7"/>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3" name="Picture Placeholder 12">
            <a:extLst>
              <a:ext uri="{FF2B5EF4-FFF2-40B4-BE49-F238E27FC236}">
                <a16:creationId xmlns:a16="http://schemas.microsoft.com/office/drawing/2014/main" id="{439A5091-7454-13CA-923E-0745779CED1A}"/>
              </a:ext>
            </a:extLst>
          </p:cNvPr>
          <p:cNvSpPr>
            <a:spLocks noGrp="1"/>
          </p:cNvSpPr>
          <p:nvPr>
            <p:ph type="pic" sz="quarter" idx="15" hasCustomPrompt="1"/>
          </p:nvPr>
        </p:nvSpPr>
        <p:spPr>
          <a:xfrm>
            <a:off x="6098391" y="2454442"/>
            <a:ext cx="1579288" cy="3489158"/>
          </a:xfrm>
          <a:custGeom>
            <a:avLst/>
            <a:gdLst>
              <a:gd name="connsiteX0" fmla="*/ 789644 w 1579288"/>
              <a:gd name="connsiteY0" fmla="*/ 0 h 3489158"/>
              <a:gd name="connsiteX1" fmla="*/ 1579288 w 1579288"/>
              <a:gd name="connsiteY1" fmla="*/ 789644 h 3489158"/>
              <a:gd name="connsiteX2" fmla="*/ 1579288 w 1579288"/>
              <a:gd name="connsiteY2" fmla="*/ 2699514 h 3489158"/>
              <a:gd name="connsiteX3" fmla="*/ 789644 w 1579288"/>
              <a:gd name="connsiteY3" fmla="*/ 3489158 h 3489158"/>
              <a:gd name="connsiteX4" fmla="*/ 0 w 1579288"/>
              <a:gd name="connsiteY4" fmla="*/ 2699514 h 3489158"/>
              <a:gd name="connsiteX5" fmla="*/ 0 w 1579288"/>
              <a:gd name="connsiteY5" fmla="*/ 789644 h 3489158"/>
              <a:gd name="connsiteX6" fmla="*/ 789644 w 1579288"/>
              <a:gd name="connsiteY6" fmla="*/ 0 h 3489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79288" h="3489158">
                <a:moveTo>
                  <a:pt x="789644" y="0"/>
                </a:moveTo>
                <a:cubicBezTo>
                  <a:pt x="1225752" y="0"/>
                  <a:pt x="1579288" y="353536"/>
                  <a:pt x="1579288" y="789644"/>
                </a:cubicBezTo>
                <a:lnTo>
                  <a:pt x="1579288" y="2699514"/>
                </a:lnTo>
                <a:cubicBezTo>
                  <a:pt x="1579288" y="3135622"/>
                  <a:pt x="1225752" y="3489158"/>
                  <a:pt x="789644" y="3489158"/>
                </a:cubicBezTo>
                <a:cubicBezTo>
                  <a:pt x="353536" y="3489158"/>
                  <a:pt x="0" y="3135622"/>
                  <a:pt x="0" y="2699514"/>
                </a:cubicBezTo>
                <a:lnTo>
                  <a:pt x="0" y="789644"/>
                </a:lnTo>
                <a:cubicBezTo>
                  <a:pt x="0" y="353536"/>
                  <a:pt x="353536" y="0"/>
                  <a:pt x="789644"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8" name="Text Placeholder 21">
            <a:extLst>
              <a:ext uri="{FF2B5EF4-FFF2-40B4-BE49-F238E27FC236}">
                <a16:creationId xmlns:a16="http://schemas.microsoft.com/office/drawing/2014/main" id="{BF50C530-E22F-4FAC-5759-3DBBAD403F37}"/>
              </a:ext>
            </a:extLst>
          </p:cNvPr>
          <p:cNvSpPr>
            <a:spLocks noGrp="1"/>
          </p:cNvSpPr>
          <p:nvPr>
            <p:ph type="body" sz="quarter" idx="11" hasCustomPrompt="1"/>
          </p:nvPr>
        </p:nvSpPr>
        <p:spPr>
          <a:xfrm>
            <a:off x="560270" y="4513255"/>
            <a:ext cx="516934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a:t>
            </a:r>
            <a:br>
              <a:rPr lang="en-US"/>
            </a:br>
            <a:r>
              <a:rPr lang="en-US"/>
              <a:t>sentence case</a:t>
            </a:r>
          </a:p>
        </p:txBody>
      </p:sp>
      <p:sp>
        <p:nvSpPr>
          <p:cNvPr id="9" name="Title 1">
            <a:extLst>
              <a:ext uri="{FF2B5EF4-FFF2-40B4-BE49-F238E27FC236}">
                <a16:creationId xmlns:a16="http://schemas.microsoft.com/office/drawing/2014/main" id="{001CB714-76EF-FC5F-FA21-AAC2687A7804}"/>
              </a:ext>
            </a:extLst>
          </p:cNvPr>
          <p:cNvSpPr>
            <a:spLocks noGrp="1"/>
          </p:cNvSpPr>
          <p:nvPr>
            <p:ph type="ctrTitle" hasCustomPrompt="1"/>
          </p:nvPr>
        </p:nvSpPr>
        <p:spPr>
          <a:xfrm>
            <a:off x="560270" y="2292059"/>
            <a:ext cx="516934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10" name="Subtitle 2">
            <a:extLst>
              <a:ext uri="{FF2B5EF4-FFF2-40B4-BE49-F238E27FC236}">
                <a16:creationId xmlns:a16="http://schemas.microsoft.com/office/drawing/2014/main" id="{3AA1AF35-E214-5937-C222-35F7C8B61318}"/>
              </a:ext>
            </a:extLst>
          </p:cNvPr>
          <p:cNvSpPr>
            <a:spLocks noGrp="1"/>
          </p:cNvSpPr>
          <p:nvPr>
            <p:ph type="subTitle" idx="1" hasCustomPrompt="1"/>
          </p:nvPr>
        </p:nvSpPr>
        <p:spPr>
          <a:xfrm>
            <a:off x="560269" y="17748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11" name="Text Placeholder 13">
            <a:extLst>
              <a:ext uri="{FF2B5EF4-FFF2-40B4-BE49-F238E27FC236}">
                <a16:creationId xmlns:a16="http://schemas.microsoft.com/office/drawing/2014/main" id="{BBDCA1FD-A8D4-1358-1CE3-87CF2BAF9D4D}"/>
              </a:ext>
            </a:extLst>
          </p:cNvPr>
          <p:cNvSpPr>
            <a:spLocks noGrp="1"/>
          </p:cNvSpPr>
          <p:nvPr>
            <p:ph type="body" sz="quarter" idx="17" hasCustomPrompt="1"/>
          </p:nvPr>
        </p:nvSpPr>
        <p:spPr>
          <a:xfrm>
            <a:off x="560269" y="5680710"/>
            <a:ext cx="5169341" cy="507026"/>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52" name="Graphic 51">
            <a:extLst>
              <a:ext uri="{FF2B5EF4-FFF2-40B4-BE49-F238E27FC236}">
                <a16:creationId xmlns:a16="http://schemas.microsoft.com/office/drawing/2014/main" id="{7CDFB77E-A09E-BDE9-B164-A894EB8370D1}"/>
              </a:ext>
            </a:extLst>
          </p:cNvPr>
          <p:cNvPicPr>
            <a:picLocks noChangeAspect="1"/>
          </p:cNvPicPr>
          <p:nvPr userDrawn="1"/>
        </p:nvPicPr>
        <p:blipFill>
          <a:blip>
            <a:extLst>
              <a:ext uri="{96DAC541-7B7A-43D3-8B79-37D633B846F1}">
                <asvg:svgBlip xmlns:asvg="http://schemas.microsoft.com/office/drawing/2016/SVG/main" r:embed="rId9"/>
              </a:ext>
            </a:extLst>
          </a:blip>
          <a:srcRect t="22893"/>
          <a:stretch>
            <a:fillRect/>
          </a:stretch>
        </p:blipFill>
        <p:spPr>
          <a:xfrm>
            <a:off x="7997572" y="0"/>
            <a:ext cx="1578228" cy="1574836"/>
          </a:xfrm>
          <a:custGeom>
            <a:avLst/>
            <a:gdLst>
              <a:gd name="connsiteX0" fmla="*/ 0 w 1578228"/>
              <a:gd name="connsiteY0" fmla="*/ 0 h 1574836"/>
              <a:gd name="connsiteX1" fmla="*/ 1578228 w 1578228"/>
              <a:gd name="connsiteY1" fmla="*/ 0 h 1574836"/>
              <a:gd name="connsiteX2" fmla="*/ 1578228 w 1578228"/>
              <a:gd name="connsiteY2" fmla="*/ 1574836 h 1574836"/>
              <a:gd name="connsiteX3" fmla="*/ 0 w 1578228"/>
              <a:gd name="connsiteY3" fmla="*/ 1574836 h 1574836"/>
            </a:gdLst>
            <a:ahLst/>
            <a:cxnLst>
              <a:cxn ang="0">
                <a:pos x="connsiteX0" y="connsiteY0"/>
              </a:cxn>
              <a:cxn ang="0">
                <a:pos x="connsiteX1" y="connsiteY1"/>
              </a:cxn>
              <a:cxn ang="0">
                <a:pos x="connsiteX2" y="connsiteY2"/>
              </a:cxn>
              <a:cxn ang="0">
                <a:pos x="connsiteX3" y="connsiteY3"/>
              </a:cxn>
            </a:cxnLst>
            <a:rect l="l" t="t" r="r" b="b"/>
            <a:pathLst>
              <a:path w="1578228" h="1574836">
                <a:moveTo>
                  <a:pt x="0" y="0"/>
                </a:moveTo>
                <a:lnTo>
                  <a:pt x="1578228" y="0"/>
                </a:lnTo>
                <a:lnTo>
                  <a:pt x="1578228" y="1574836"/>
                </a:lnTo>
                <a:lnTo>
                  <a:pt x="0" y="1574836"/>
                </a:lnTo>
                <a:close/>
              </a:path>
            </a:pathLst>
          </a:custGeom>
        </p:spPr>
      </p:pic>
      <p:sp>
        <p:nvSpPr>
          <p:cNvPr id="6" name="Picture Placeholder 16">
            <a:extLst>
              <a:ext uri="{FF2B5EF4-FFF2-40B4-BE49-F238E27FC236}">
                <a16:creationId xmlns:a16="http://schemas.microsoft.com/office/drawing/2014/main" id="{11F2F281-CD61-3144-F723-3FD15751644D}"/>
              </a:ext>
            </a:extLst>
          </p:cNvPr>
          <p:cNvSpPr>
            <a:spLocks noGrp="1"/>
          </p:cNvSpPr>
          <p:nvPr>
            <p:ph type="pic" sz="quarter" idx="18" hasCustomPrompt="1"/>
          </p:nvPr>
        </p:nvSpPr>
        <p:spPr>
          <a:xfrm>
            <a:off x="9914020" y="0"/>
            <a:ext cx="1574799" cy="4616449"/>
          </a:xfrm>
          <a:custGeom>
            <a:avLst/>
            <a:gdLst>
              <a:gd name="connsiteX0" fmla="*/ 776817 w 1574799"/>
              <a:gd name="connsiteY0" fmla="*/ 0 h 4616449"/>
              <a:gd name="connsiteX1" fmla="*/ 797982 w 1574799"/>
              <a:gd name="connsiteY1" fmla="*/ 0 h 4616449"/>
              <a:gd name="connsiteX2" fmla="*/ 1574799 w 1574799"/>
              <a:gd name="connsiteY2" fmla="*/ 776817 h 4616449"/>
              <a:gd name="connsiteX3" fmla="*/ 1574799 w 1574799"/>
              <a:gd name="connsiteY3" fmla="*/ 3839632 h 4616449"/>
              <a:gd name="connsiteX4" fmla="*/ 797982 w 1574799"/>
              <a:gd name="connsiteY4" fmla="*/ 4616449 h 4616449"/>
              <a:gd name="connsiteX5" fmla="*/ 776817 w 1574799"/>
              <a:gd name="connsiteY5" fmla="*/ 4616449 h 4616449"/>
              <a:gd name="connsiteX6" fmla="*/ 0 w 1574799"/>
              <a:gd name="connsiteY6" fmla="*/ 3839632 h 4616449"/>
              <a:gd name="connsiteX7" fmla="*/ 0 w 1574799"/>
              <a:gd name="connsiteY7" fmla="*/ 776817 h 4616449"/>
              <a:gd name="connsiteX8" fmla="*/ 776817 w 1574799"/>
              <a:gd name="connsiteY8" fmla="*/ 0 h 4616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4799" h="4616449">
                <a:moveTo>
                  <a:pt x="776817" y="0"/>
                </a:moveTo>
                <a:lnTo>
                  <a:pt x="797982" y="0"/>
                </a:lnTo>
                <a:cubicBezTo>
                  <a:pt x="1227006" y="0"/>
                  <a:pt x="1574799" y="347793"/>
                  <a:pt x="1574799" y="776817"/>
                </a:cubicBezTo>
                <a:lnTo>
                  <a:pt x="1574799" y="3839632"/>
                </a:lnTo>
                <a:cubicBezTo>
                  <a:pt x="1574799" y="4268656"/>
                  <a:pt x="1227006" y="4616449"/>
                  <a:pt x="797982" y="4616449"/>
                </a:cubicBezTo>
                <a:lnTo>
                  <a:pt x="776817" y="4616449"/>
                </a:lnTo>
                <a:cubicBezTo>
                  <a:pt x="347793" y="4616449"/>
                  <a:pt x="0" y="4268656"/>
                  <a:pt x="0" y="3839632"/>
                </a:cubicBezTo>
                <a:lnTo>
                  <a:pt x="0" y="776817"/>
                </a:lnTo>
                <a:cubicBezTo>
                  <a:pt x="0" y="347793"/>
                  <a:pt x="347793" y="0"/>
                  <a:pt x="776817" y="0"/>
                </a:cubicBezTo>
                <a:close/>
              </a:path>
            </a:pathLst>
          </a:custGeom>
          <a:blipFill>
            <a:blip r:embed="rId10"/>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image</a:t>
            </a:r>
          </a:p>
        </p:txBody>
      </p:sp>
    </p:spTree>
    <p:extLst>
      <p:ext uri="{BB962C8B-B14F-4D97-AF65-F5344CB8AC3E}">
        <p14:creationId xmlns:p14="http://schemas.microsoft.com/office/powerpoint/2010/main" val="3135907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6055898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1" name="Rectangle 20">
            <a:extLst>
              <a:ext uri="{FF2B5EF4-FFF2-40B4-BE49-F238E27FC236}">
                <a16:creationId xmlns:a16="http://schemas.microsoft.com/office/drawing/2014/main" id="{DA3FDF07-2EE4-1BD3-7BBF-76F0E37FCF2D}"/>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31" name="Freeform: Shape 30">
            <a:extLst>
              <a:ext uri="{FF2B5EF4-FFF2-40B4-BE49-F238E27FC236}">
                <a16:creationId xmlns:a16="http://schemas.microsoft.com/office/drawing/2014/main" id="{4594B7A1-4047-AFA3-498E-DD5DFA54DCB6}"/>
              </a:ext>
            </a:extLst>
          </p:cNvPr>
          <p:cNvSpPr/>
          <p:nvPr userDrawn="1"/>
        </p:nvSpPr>
        <p:spPr>
          <a:xfrm flipH="1">
            <a:off x="6258210" y="-1"/>
            <a:ext cx="5943600" cy="3791372"/>
          </a:xfrm>
          <a:custGeom>
            <a:avLst/>
            <a:gdLst>
              <a:gd name="connsiteX0" fmla="*/ 4047914 w 5943600"/>
              <a:gd name="connsiteY0" fmla="*/ 0 h 3791372"/>
              <a:gd name="connsiteX1" fmla="*/ 0 w 5943600"/>
              <a:gd name="connsiteY1" fmla="*/ 0 h 3791372"/>
              <a:gd name="connsiteX2" fmla="*/ 0 w 5943600"/>
              <a:gd name="connsiteY2" fmla="*/ 3791371 h 3791372"/>
              <a:gd name="connsiteX3" fmla="*/ 4047913 w 5943600"/>
              <a:gd name="connsiteY3" fmla="*/ 3791372 h 3791372"/>
              <a:gd name="connsiteX4" fmla="*/ 5943599 w 5943600"/>
              <a:gd name="connsiteY4" fmla="*/ 1895686 h 3791372"/>
              <a:gd name="connsiteX5" fmla="*/ 5943600 w 5943600"/>
              <a:gd name="connsiteY5" fmla="*/ 1895686 h 3791372"/>
              <a:gd name="connsiteX6" fmla="*/ 4047914 w 5943600"/>
              <a:gd name="connsiteY6" fmla="*/ 0 h 3791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3600" h="3791372">
                <a:moveTo>
                  <a:pt x="4047914" y="0"/>
                </a:moveTo>
                <a:lnTo>
                  <a:pt x="0" y="0"/>
                </a:lnTo>
                <a:lnTo>
                  <a:pt x="0" y="3791371"/>
                </a:lnTo>
                <a:lnTo>
                  <a:pt x="4047913" y="3791372"/>
                </a:lnTo>
                <a:cubicBezTo>
                  <a:pt x="5094871" y="3791372"/>
                  <a:pt x="5943599" y="2942644"/>
                  <a:pt x="5943599" y="1895686"/>
                </a:cubicBezTo>
                <a:lnTo>
                  <a:pt x="5943600" y="1895686"/>
                </a:lnTo>
                <a:cubicBezTo>
                  <a:pt x="5943600" y="848728"/>
                  <a:pt x="5094872" y="0"/>
                  <a:pt x="4047914" y="0"/>
                </a:cubicBezTo>
                <a:close/>
              </a:path>
            </a:pathLst>
          </a:custGeom>
          <a:gradFill>
            <a:gsLst>
              <a:gs pos="75000">
                <a:srgbClr val="140A42"/>
              </a:gs>
              <a:gs pos="0">
                <a:srgbClr val="0DEFC3"/>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33" name="Graphic 32">
            <a:extLst>
              <a:ext uri="{FF2B5EF4-FFF2-40B4-BE49-F238E27FC236}">
                <a16:creationId xmlns:a16="http://schemas.microsoft.com/office/drawing/2014/main" id="{D98071B0-0BAC-CCBF-C8F1-4A3F454908DD}"/>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2652788" y="3098800"/>
            <a:ext cx="8979180" cy="3765875"/>
          </a:xfrm>
          <a:prstGeom prst="rect">
            <a:avLst/>
          </a:prstGeom>
        </p:spPr>
      </p:pic>
      <p:pic>
        <p:nvPicPr>
          <p:cNvPr id="25" name="Graphic 24">
            <a:extLst>
              <a:ext uri="{FF2B5EF4-FFF2-40B4-BE49-F238E27FC236}">
                <a16:creationId xmlns:a16="http://schemas.microsoft.com/office/drawing/2014/main" id="{81C40449-60F0-140A-3AD1-82ADF3046D4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710042" y="5757573"/>
            <a:ext cx="2212298" cy="399963"/>
          </a:xfrm>
          <a:prstGeom prst="rect">
            <a:avLst/>
          </a:prstGeom>
        </p:spPr>
      </p:pic>
      <p:sp>
        <p:nvSpPr>
          <p:cNvPr id="36" name="TextBox 35">
            <a:extLst>
              <a:ext uri="{FF2B5EF4-FFF2-40B4-BE49-F238E27FC236}">
                <a16:creationId xmlns:a16="http://schemas.microsoft.com/office/drawing/2014/main" id="{87DE9C2D-C400-713C-8A35-AA4AC7DED97F}"/>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rgbClr val="7FD1EF"/>
                </a:solidFill>
                <a:latin typeface="+mj-lt"/>
                <a:ea typeface="Arial" charset="0"/>
                <a:cs typeface="Arial" charset="0"/>
              </a:rPr>
              <a:t>© 2026. All rights reserved. IQVIA</a:t>
            </a:r>
            <a:r>
              <a:rPr lang="en-US" sz="800" baseline="30000">
                <a:solidFill>
                  <a:srgbClr val="7FD1EF"/>
                </a:solidFill>
                <a:latin typeface="+mj-lt"/>
                <a:ea typeface="Arial" charset="0"/>
                <a:cs typeface="Arial" charset="0"/>
              </a:rPr>
              <a:t>®</a:t>
            </a:r>
            <a:r>
              <a:rPr lang="en-US" sz="800">
                <a:solidFill>
                  <a:srgbClr val="7FD1EF"/>
                </a:solidFill>
                <a:latin typeface="+mj-lt"/>
                <a:ea typeface="Arial" charset="0"/>
                <a:cs typeface="Arial" charset="0"/>
              </a:rPr>
              <a:t> is a registered trademark of IQVIA Inc. in the United States, the European Union, and various other countries. </a:t>
            </a:r>
          </a:p>
        </p:txBody>
      </p:sp>
      <p:sp>
        <p:nvSpPr>
          <p:cNvPr id="2" name="Text Placeholder 21">
            <a:extLst>
              <a:ext uri="{FF2B5EF4-FFF2-40B4-BE49-F238E27FC236}">
                <a16:creationId xmlns:a16="http://schemas.microsoft.com/office/drawing/2014/main" id="{860022E3-44E7-94B3-673D-7A83DC626D61}"/>
              </a:ext>
            </a:extLst>
          </p:cNvPr>
          <p:cNvSpPr>
            <a:spLocks noGrp="1"/>
          </p:cNvSpPr>
          <p:nvPr>
            <p:ph type="body" sz="quarter" idx="11" hasCustomPrompt="1"/>
          </p:nvPr>
        </p:nvSpPr>
        <p:spPr>
          <a:xfrm>
            <a:off x="560269" y="3700879"/>
            <a:ext cx="4849931" cy="1035087"/>
          </a:xfrm>
          <a:prstGeom prst="rect">
            <a:avLst/>
          </a:prstGeom>
        </p:spPr>
        <p:txBody>
          <a:bodyPr>
            <a:noAutofit/>
          </a:bodyPr>
          <a:lstStyle>
            <a:lvl1pPr marL="0" indent="0" algn="l">
              <a:lnSpc>
                <a:spcPct val="100000"/>
              </a:lnSpc>
              <a:spcBef>
                <a:spcPts val="0"/>
              </a:spcBef>
              <a:buNone/>
              <a:defRPr sz="2000" b="0" i="0">
                <a:solidFill>
                  <a:srgbClr val="00CCFF"/>
                </a:solidFill>
                <a:latin typeface="+mj-lt"/>
              </a:defRPr>
            </a:lvl1pPr>
          </a:lstStyle>
          <a:p>
            <a:pPr lvl="0"/>
            <a:r>
              <a:rPr lang="en-US"/>
              <a:t>Subheads are 20pt Noto Sans sentence case</a:t>
            </a:r>
          </a:p>
        </p:txBody>
      </p:sp>
      <p:sp>
        <p:nvSpPr>
          <p:cNvPr id="4" name="Title 1">
            <a:extLst>
              <a:ext uri="{FF2B5EF4-FFF2-40B4-BE49-F238E27FC236}">
                <a16:creationId xmlns:a16="http://schemas.microsoft.com/office/drawing/2014/main" id="{B8700D2F-0738-919B-C35D-CB0DEA2A88A0}"/>
              </a:ext>
            </a:extLst>
          </p:cNvPr>
          <p:cNvSpPr>
            <a:spLocks noGrp="1"/>
          </p:cNvSpPr>
          <p:nvPr>
            <p:ph type="ctrTitle" hasCustomPrompt="1"/>
          </p:nvPr>
        </p:nvSpPr>
        <p:spPr>
          <a:xfrm>
            <a:off x="560269" y="1439889"/>
            <a:ext cx="4849931" cy="2088828"/>
          </a:xfrm>
          <a:prstGeom prst="rect">
            <a:avLst/>
          </a:prstGeom>
        </p:spPr>
        <p:txBody>
          <a:bodyPr vert="horz" anchor="b" anchorCtr="0"/>
          <a:lstStyle>
            <a:lvl1pPr algn="l">
              <a:lnSpc>
                <a:spcPct val="100000"/>
              </a:lnSpc>
              <a:defRPr sz="4400" b="0" i="0" baseline="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5" name="Subtitle 2">
            <a:extLst>
              <a:ext uri="{FF2B5EF4-FFF2-40B4-BE49-F238E27FC236}">
                <a16:creationId xmlns:a16="http://schemas.microsoft.com/office/drawing/2014/main" id="{C3A1FE95-0855-D501-FF26-012CD590C28C}"/>
              </a:ext>
            </a:extLst>
          </p:cNvPr>
          <p:cNvSpPr>
            <a:spLocks noGrp="1"/>
          </p:cNvSpPr>
          <p:nvPr>
            <p:ph type="subTitle" idx="1" hasCustomPrompt="1"/>
          </p:nvPr>
        </p:nvSpPr>
        <p:spPr>
          <a:xfrm>
            <a:off x="560269" y="4540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6" name="Text Placeholder 13">
            <a:extLst>
              <a:ext uri="{FF2B5EF4-FFF2-40B4-BE49-F238E27FC236}">
                <a16:creationId xmlns:a16="http://schemas.microsoft.com/office/drawing/2014/main" id="{2D8CDC11-4E82-CC71-FA89-59B33D5F4A95}"/>
              </a:ext>
            </a:extLst>
          </p:cNvPr>
          <p:cNvSpPr>
            <a:spLocks noGrp="1"/>
          </p:cNvSpPr>
          <p:nvPr>
            <p:ph type="body" sz="quarter" idx="17" hasCustomPrompt="1"/>
          </p:nvPr>
        </p:nvSpPr>
        <p:spPr>
          <a:xfrm>
            <a:off x="560269" y="4908128"/>
            <a:ext cx="4849931" cy="385767"/>
          </a:xfrm>
          <a:prstGeom prst="rect">
            <a:avLst/>
          </a:prstGeom>
        </p:spPr>
        <p:txBody>
          <a:bodyPr/>
          <a:lstStyle>
            <a:lvl1pPr marL="0" indent="0">
              <a:buFontTx/>
              <a:buNone/>
              <a:defRPr sz="1400">
                <a:solidFill>
                  <a:schemeClr val="bg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spTree>
    <p:extLst>
      <p:ext uri="{BB962C8B-B14F-4D97-AF65-F5344CB8AC3E}">
        <p14:creationId xmlns:p14="http://schemas.microsoft.com/office/powerpoint/2010/main" val="3934534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2026-09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51896461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Rectangle: Rounded Corners 7">
            <a:extLst>
              <a:ext uri="{FF2B5EF4-FFF2-40B4-BE49-F238E27FC236}">
                <a16:creationId xmlns:a16="http://schemas.microsoft.com/office/drawing/2014/main" id="{2562DA74-18F7-19C5-53FC-AD93FC6B5807}"/>
              </a:ext>
            </a:extLst>
          </p:cNvPr>
          <p:cNvSpPr/>
          <p:nvPr userDrawn="1"/>
        </p:nvSpPr>
        <p:spPr>
          <a:xfrm>
            <a:off x="648119" y="2375037"/>
            <a:ext cx="1730943" cy="3819542"/>
          </a:xfrm>
          <a:prstGeom prst="roundRect">
            <a:avLst>
              <a:gd name="adj" fmla="val 49328"/>
            </a:avLst>
          </a:prstGeom>
          <a:gradFill>
            <a:gsLst>
              <a:gs pos="0">
                <a:srgbClr val="6EEAC4"/>
              </a:gs>
              <a:gs pos="4000">
                <a:srgbClr val="69DFBD"/>
              </a:gs>
              <a:gs pos="39000">
                <a:srgbClr val="458588"/>
              </a:gs>
              <a:gs pos="68000">
                <a:srgbClr val="2A4360"/>
              </a:gs>
              <a:gs pos="89000">
                <a:srgbClr val="191A48"/>
              </a:gs>
              <a:gs pos="100000">
                <a:srgbClr val="130B3F"/>
              </a:gs>
            </a:gsLst>
            <a:lin ang="16200000" scaled="1"/>
          </a:gradFill>
          <a:ln w="9525" cap="flat">
            <a:noFill/>
            <a:prstDash val="solid"/>
            <a:miter/>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 name="Subtitle 2">
            <a:extLst>
              <a:ext uri="{FF2B5EF4-FFF2-40B4-BE49-F238E27FC236}">
                <a16:creationId xmlns:a16="http://schemas.microsoft.com/office/drawing/2014/main" id="{4F08590D-7AB4-C9BE-B902-DC26BCDC65AD}"/>
              </a:ext>
            </a:extLst>
          </p:cNvPr>
          <p:cNvSpPr>
            <a:spLocks noGrp="1"/>
          </p:cNvSpPr>
          <p:nvPr>
            <p:ph type="subTitle" idx="1" hasCustomPrompt="1"/>
          </p:nvPr>
        </p:nvSpPr>
        <p:spPr>
          <a:xfrm>
            <a:off x="560269" y="2000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Picture Placeholder 4">
            <a:extLst>
              <a:ext uri="{FF2B5EF4-FFF2-40B4-BE49-F238E27FC236}">
                <a16:creationId xmlns:a16="http://schemas.microsoft.com/office/drawing/2014/main" id="{FB62F432-FEE6-8978-5F40-FEC041C6C4B4}"/>
              </a:ext>
            </a:extLst>
          </p:cNvPr>
          <p:cNvSpPr>
            <a:spLocks noGrp="1"/>
          </p:cNvSpPr>
          <p:nvPr>
            <p:ph type="pic" sz="quarter" idx="15" hasCustomPrompt="1"/>
          </p:nvPr>
        </p:nvSpPr>
        <p:spPr>
          <a:xfrm>
            <a:off x="648119" y="622721"/>
            <a:ext cx="1728216" cy="1728216"/>
          </a:xfrm>
          <a:prstGeom prst="ellipse">
            <a:avLst/>
          </a:prstGeom>
          <a:blipFill>
            <a:blip r:embed="rId5"/>
            <a:stretch>
              <a:fillRect/>
            </a:stretch>
          </a:blipFill>
          <a:ln>
            <a:noFill/>
          </a:ln>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 name="Rectangle: Rounded Corners 5">
            <a:extLst>
              <a:ext uri="{FF2B5EF4-FFF2-40B4-BE49-F238E27FC236}">
                <a16:creationId xmlns:a16="http://schemas.microsoft.com/office/drawing/2014/main" id="{9E9020F3-8CAD-064C-515D-02A876808C1B}"/>
              </a:ext>
            </a:extLst>
          </p:cNvPr>
          <p:cNvSpPr/>
          <p:nvPr userDrawn="1"/>
        </p:nvSpPr>
        <p:spPr>
          <a:xfrm>
            <a:off x="2379546" y="623569"/>
            <a:ext cx="1730943" cy="3819542"/>
          </a:xfrm>
          <a:prstGeom prst="roundRect">
            <a:avLst>
              <a:gd name="adj" fmla="val 49328"/>
            </a:avLst>
          </a:pr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9" name="Oval 8">
            <a:extLst>
              <a:ext uri="{FF2B5EF4-FFF2-40B4-BE49-F238E27FC236}">
                <a16:creationId xmlns:a16="http://schemas.microsoft.com/office/drawing/2014/main" id="{07E83114-165C-1322-953A-6186533660A7}"/>
              </a:ext>
            </a:extLst>
          </p:cNvPr>
          <p:cNvSpPr>
            <a:spLocks/>
          </p:cNvSpPr>
          <p:nvPr userDrawn="1"/>
        </p:nvSpPr>
        <p:spPr>
          <a:xfrm>
            <a:off x="648119" y="4478373"/>
            <a:ext cx="1728216" cy="1728216"/>
          </a:xfrm>
          <a:prstGeom prst="ellipse">
            <a:avLst/>
          </a:prstGeom>
          <a:solidFill>
            <a:srgbClr val="0CEFC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Picture Placeholder 20">
            <a:extLst>
              <a:ext uri="{FF2B5EF4-FFF2-40B4-BE49-F238E27FC236}">
                <a16:creationId xmlns:a16="http://schemas.microsoft.com/office/drawing/2014/main" id="{CDF14F0E-00FB-45E7-BA8A-D52C93844BE8}"/>
              </a:ext>
            </a:extLst>
          </p:cNvPr>
          <p:cNvSpPr>
            <a:spLocks noGrp="1"/>
          </p:cNvSpPr>
          <p:nvPr>
            <p:ph type="pic" sz="quarter" idx="14" hasCustomPrompt="1"/>
          </p:nvPr>
        </p:nvSpPr>
        <p:spPr>
          <a:xfrm>
            <a:off x="2384626" y="4456529"/>
            <a:ext cx="3600449" cy="1750060"/>
          </a:xfrm>
          <a:prstGeom prst="roundRect">
            <a:avLst>
              <a:gd name="adj" fmla="val 50000"/>
            </a:avLst>
          </a:prstGeom>
          <a:blipFill>
            <a:blip r:embed="rId6">
              <a:alphaModFix/>
            </a:blip>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2" name="Text Placeholder 21">
            <a:extLst>
              <a:ext uri="{FF2B5EF4-FFF2-40B4-BE49-F238E27FC236}">
                <a16:creationId xmlns:a16="http://schemas.microsoft.com/office/drawing/2014/main" id="{11BE6C84-E2C6-DDB5-A020-1D90363B2454}"/>
              </a:ext>
            </a:extLst>
          </p:cNvPr>
          <p:cNvSpPr>
            <a:spLocks noGrp="1"/>
          </p:cNvSpPr>
          <p:nvPr>
            <p:ph type="body" sz="quarter" idx="11" hasCustomPrompt="1"/>
          </p:nvPr>
        </p:nvSpPr>
        <p:spPr>
          <a:xfrm>
            <a:off x="6324599" y="4556224"/>
            <a:ext cx="5247793" cy="1035087"/>
          </a:xfrm>
          <a:prstGeom prst="rect">
            <a:avLst/>
          </a:prstGeom>
        </p:spPr>
        <p:txBody>
          <a:bodyPr>
            <a:noAutofit/>
          </a:bodyPr>
          <a:lstStyle>
            <a:lvl1pPr marL="0" indent="0" algn="l">
              <a:lnSpc>
                <a:spcPct val="100000"/>
              </a:lnSpc>
              <a:spcBef>
                <a:spcPts val="0"/>
              </a:spcBef>
              <a:buNone/>
              <a:defRPr sz="2000" b="0" i="0">
                <a:solidFill>
                  <a:schemeClr val="accent2"/>
                </a:solidFill>
                <a:latin typeface="+mj-lt"/>
              </a:defRPr>
            </a:lvl1pPr>
          </a:lstStyle>
          <a:p>
            <a:pPr lvl="0"/>
            <a:r>
              <a:rPr lang="en-US"/>
              <a:t>Subheads are 20pt Noto Sans </a:t>
            </a:r>
            <a:br>
              <a:rPr lang="en-US"/>
            </a:br>
            <a:r>
              <a:rPr lang="en-US"/>
              <a:t>sentence case</a:t>
            </a:r>
          </a:p>
        </p:txBody>
      </p:sp>
      <p:sp>
        <p:nvSpPr>
          <p:cNvPr id="23" name="Title 1">
            <a:extLst>
              <a:ext uri="{FF2B5EF4-FFF2-40B4-BE49-F238E27FC236}">
                <a16:creationId xmlns:a16="http://schemas.microsoft.com/office/drawing/2014/main" id="{487CCCF8-1C79-7D58-EE48-AF6A9196C7B9}"/>
              </a:ext>
            </a:extLst>
          </p:cNvPr>
          <p:cNvSpPr>
            <a:spLocks noGrp="1"/>
          </p:cNvSpPr>
          <p:nvPr>
            <p:ph type="ctrTitle" hasCustomPrompt="1"/>
          </p:nvPr>
        </p:nvSpPr>
        <p:spPr>
          <a:xfrm>
            <a:off x="6324599" y="2304759"/>
            <a:ext cx="524779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a:t>
            </a:r>
            <a:br>
              <a:rPr lang="en-US"/>
            </a:br>
            <a:r>
              <a:rPr lang="en-US"/>
              <a:t>Noto Sans Light Title Case</a:t>
            </a:r>
          </a:p>
        </p:txBody>
      </p:sp>
      <p:sp>
        <p:nvSpPr>
          <p:cNvPr id="25" name="TextBox 24">
            <a:extLst>
              <a:ext uri="{FF2B5EF4-FFF2-40B4-BE49-F238E27FC236}">
                <a16:creationId xmlns:a16="http://schemas.microsoft.com/office/drawing/2014/main" id="{85CBFB29-7615-D0CB-3A29-CF41540B999E}"/>
              </a:ext>
            </a:extLst>
          </p:cNvPr>
          <p:cNvSpPr txBox="1"/>
          <p:nvPr userDrawn="1"/>
        </p:nvSpPr>
        <p:spPr bwMode="black">
          <a:xfrm>
            <a:off x="560269"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pic>
        <p:nvPicPr>
          <p:cNvPr id="30" name="Graphic 29">
            <a:extLst>
              <a:ext uri="{FF2B5EF4-FFF2-40B4-BE49-F238E27FC236}">
                <a16:creationId xmlns:a16="http://schemas.microsoft.com/office/drawing/2014/main" id="{230B9294-49C2-9A41-4093-3BF610123F60}"/>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9360095" y="611533"/>
            <a:ext cx="2212298" cy="399963"/>
          </a:xfrm>
          <a:prstGeom prst="rect">
            <a:avLst/>
          </a:prstGeom>
        </p:spPr>
      </p:pic>
      <p:sp>
        <p:nvSpPr>
          <p:cNvPr id="11" name="Picture Placeholder 10">
            <a:extLst>
              <a:ext uri="{FF2B5EF4-FFF2-40B4-BE49-F238E27FC236}">
                <a16:creationId xmlns:a16="http://schemas.microsoft.com/office/drawing/2014/main" id="{C5E08318-F3D9-A07C-F68B-384AFC7798EA}"/>
              </a:ext>
            </a:extLst>
          </p:cNvPr>
          <p:cNvSpPr>
            <a:spLocks noGrp="1"/>
          </p:cNvSpPr>
          <p:nvPr>
            <p:ph type="pic" sz="quarter" idx="16" hasCustomPrompt="1"/>
          </p:nvPr>
        </p:nvSpPr>
        <p:spPr>
          <a:xfrm>
            <a:off x="5869518" y="623569"/>
            <a:ext cx="2933699" cy="1431514"/>
          </a:xfrm>
          <a:custGeom>
            <a:avLst/>
            <a:gdLst>
              <a:gd name="connsiteX0" fmla="*/ 715757 w 2933699"/>
              <a:gd name="connsiteY0" fmla="*/ 0 h 1431514"/>
              <a:gd name="connsiteX1" fmla="*/ 2217942 w 2933699"/>
              <a:gd name="connsiteY1" fmla="*/ 0 h 1431514"/>
              <a:gd name="connsiteX2" fmla="*/ 2933699 w 2933699"/>
              <a:gd name="connsiteY2" fmla="*/ 715757 h 1431514"/>
              <a:gd name="connsiteX3" fmla="*/ 2217942 w 2933699"/>
              <a:gd name="connsiteY3" fmla="*/ 1431514 h 1431514"/>
              <a:gd name="connsiteX4" fmla="*/ 715757 w 2933699"/>
              <a:gd name="connsiteY4" fmla="*/ 1431514 h 1431514"/>
              <a:gd name="connsiteX5" fmla="*/ 0 w 2933699"/>
              <a:gd name="connsiteY5" fmla="*/ 715757 h 1431514"/>
              <a:gd name="connsiteX6" fmla="*/ 715757 w 2933699"/>
              <a:gd name="connsiteY6" fmla="*/ 0 h 1431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33699" h="1431514">
                <a:moveTo>
                  <a:pt x="715757" y="0"/>
                </a:moveTo>
                <a:lnTo>
                  <a:pt x="2217942" y="0"/>
                </a:lnTo>
                <a:cubicBezTo>
                  <a:pt x="2613244" y="0"/>
                  <a:pt x="2933699" y="320455"/>
                  <a:pt x="2933699" y="715757"/>
                </a:cubicBezTo>
                <a:cubicBezTo>
                  <a:pt x="2933699" y="1111059"/>
                  <a:pt x="2613244" y="1431514"/>
                  <a:pt x="2217942" y="1431514"/>
                </a:cubicBezTo>
                <a:lnTo>
                  <a:pt x="715757" y="1431514"/>
                </a:lnTo>
                <a:cubicBezTo>
                  <a:pt x="320456" y="1431514"/>
                  <a:pt x="0" y="1111059"/>
                  <a:pt x="0" y="715757"/>
                </a:cubicBezTo>
                <a:cubicBezTo>
                  <a:pt x="0" y="320455"/>
                  <a:pt x="320456" y="0"/>
                  <a:pt x="715757" y="0"/>
                </a:cubicBezTo>
                <a:close/>
              </a:path>
            </a:pathLst>
          </a:custGeom>
          <a:blipFill>
            <a:blip r:embed="rId8"/>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4" name="Text Placeholder 13">
            <a:extLst>
              <a:ext uri="{FF2B5EF4-FFF2-40B4-BE49-F238E27FC236}">
                <a16:creationId xmlns:a16="http://schemas.microsoft.com/office/drawing/2014/main" id="{94211D75-A79E-56DC-E881-52C0CC027566}"/>
              </a:ext>
            </a:extLst>
          </p:cNvPr>
          <p:cNvSpPr>
            <a:spLocks noGrp="1"/>
          </p:cNvSpPr>
          <p:nvPr>
            <p:ph type="body" sz="quarter" idx="17" hasCustomPrompt="1"/>
          </p:nvPr>
        </p:nvSpPr>
        <p:spPr>
          <a:xfrm>
            <a:off x="6324598" y="5753948"/>
            <a:ext cx="5247793" cy="385767"/>
          </a:xfrm>
          <a:prstGeom prst="rect">
            <a:avLst/>
          </a:prstGeom>
        </p:spPr>
        <p:txBody>
          <a:bodyPr/>
          <a:lstStyle>
            <a:lvl1pPr marL="0" indent="0">
              <a:buFontTx/>
              <a:buNone/>
              <a:defRPr sz="1400">
                <a:solidFill>
                  <a:schemeClr val="tx1"/>
                </a:solidFill>
              </a:defRPr>
            </a:lvl1pPr>
            <a:lvl2pPr marL="457200" indent="0">
              <a:buFontTx/>
              <a:buNone/>
              <a:defRPr sz="1400">
                <a:solidFill>
                  <a:schemeClr val="bg1"/>
                </a:solidFill>
              </a:defRPr>
            </a:lvl2pPr>
            <a:lvl3pPr marL="914400" indent="0">
              <a:buFontTx/>
              <a:buNone/>
              <a:defRPr sz="1400">
                <a:solidFill>
                  <a:schemeClr val="bg1"/>
                </a:solidFill>
              </a:defRPr>
            </a:lvl3pPr>
            <a:lvl4pPr marL="1371600" indent="0">
              <a:buFontTx/>
              <a:buNone/>
              <a:defRPr sz="1400">
                <a:solidFill>
                  <a:schemeClr val="bg1"/>
                </a:solidFill>
              </a:defRPr>
            </a:lvl4pPr>
            <a:lvl5pPr marL="1828800" indent="0">
              <a:buFontTx/>
              <a:buNone/>
              <a:defRPr sz="1400">
                <a:solidFill>
                  <a:schemeClr val="bg1"/>
                </a:solidFill>
              </a:defRPr>
            </a:lvl5pPr>
          </a:lstStyle>
          <a:p>
            <a:r>
              <a:rPr lang="en-US"/>
              <a:t>Author First Last Name, Title 14pt Noto Sans</a:t>
            </a:r>
          </a:p>
        </p:txBody>
      </p:sp>
      <p:pic>
        <p:nvPicPr>
          <p:cNvPr id="12" name="Graphic 11">
            <a:extLst>
              <a:ext uri="{FF2B5EF4-FFF2-40B4-BE49-F238E27FC236}">
                <a16:creationId xmlns:a16="http://schemas.microsoft.com/office/drawing/2014/main" id="{1CF48BE1-E766-5FA2-D411-8460923A9A1B}"/>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4110117" y="2770343"/>
            <a:ext cx="1684470" cy="1684470"/>
          </a:xfrm>
          <a:prstGeom prst="rect">
            <a:avLst/>
          </a:prstGeom>
        </p:spPr>
      </p:pic>
      <p:pic>
        <p:nvPicPr>
          <p:cNvPr id="24" name="Graphic 23">
            <a:extLst>
              <a:ext uri="{FF2B5EF4-FFF2-40B4-BE49-F238E27FC236}">
                <a16:creationId xmlns:a16="http://schemas.microsoft.com/office/drawing/2014/main" id="{1E6FE9EC-397D-B942-0236-819BCED1063D}"/>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4110117" y="623569"/>
            <a:ext cx="1757680" cy="2274646"/>
          </a:xfrm>
          <a:prstGeom prst="rect">
            <a:avLst/>
          </a:prstGeom>
        </p:spPr>
      </p:pic>
    </p:spTree>
    <p:extLst>
      <p:ext uri="{BB962C8B-B14F-4D97-AF65-F5344CB8AC3E}">
        <p14:creationId xmlns:p14="http://schemas.microsoft.com/office/powerpoint/2010/main" val="81315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Co-Brand 2026-10 - IQVIA">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C43B117B-9DAD-CC97-C2A8-66F44CA68FD8}"/>
              </a:ext>
            </a:extLst>
          </p:cNvPr>
          <p:cNvGraphicFramePr>
            <a:graphicFrameLocks noChangeAspect="1"/>
          </p:cNvGraphicFramePr>
          <p:nvPr userDrawn="1">
            <p:custDataLst>
              <p:tags r:id="rId1"/>
            </p:custDataLst>
            <p:extLst>
              <p:ext uri="{D42A27DB-BD31-4B8C-83A1-F6EECF244321}">
                <p14:modId xmlns:p14="http://schemas.microsoft.com/office/powerpoint/2010/main" val="237742417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11" name="think-cell data - do not delete" hidden="1">
                        <a:extLst>
                          <a:ext uri="{FF2B5EF4-FFF2-40B4-BE49-F238E27FC236}">
                            <a16:creationId xmlns:a16="http://schemas.microsoft.com/office/drawing/2014/main" id="{C43B117B-9DAD-CC97-C2A8-66F44CA68FD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4" name="Text Placeholder 21">
            <a:extLst>
              <a:ext uri="{FF2B5EF4-FFF2-40B4-BE49-F238E27FC236}">
                <a16:creationId xmlns:a16="http://schemas.microsoft.com/office/drawing/2014/main" id="{DF6C4E0C-B7EB-46A6-B6F0-C76FDCFC3F2E}"/>
              </a:ext>
            </a:extLst>
          </p:cNvPr>
          <p:cNvSpPr>
            <a:spLocks noGrp="1"/>
          </p:cNvSpPr>
          <p:nvPr>
            <p:ph type="body" sz="quarter" idx="11" hasCustomPrompt="1"/>
          </p:nvPr>
        </p:nvSpPr>
        <p:spPr>
          <a:xfrm>
            <a:off x="613608" y="4175059"/>
            <a:ext cx="6270413" cy="1195801"/>
          </a:xfrm>
          <a:prstGeom prst="rect">
            <a:avLst/>
          </a:prstGeom>
        </p:spPr>
        <p:txBody>
          <a:bodyPr>
            <a:noAutofit/>
          </a:bodyPr>
          <a:lstStyle>
            <a:lvl1pPr marL="0" indent="0" algn="l">
              <a:lnSpc>
                <a:spcPct val="100000"/>
              </a:lnSpc>
              <a:spcBef>
                <a:spcPts val="0"/>
              </a:spcBef>
              <a:buNone/>
              <a:defRPr sz="2000" b="0" i="1">
                <a:solidFill>
                  <a:schemeClr val="accent2"/>
                </a:solidFill>
                <a:latin typeface="+mj-lt"/>
              </a:defRPr>
            </a:lvl1pPr>
          </a:lstStyle>
          <a:p>
            <a:pPr lvl="0"/>
            <a:r>
              <a:rPr lang="en-US"/>
              <a:t>Subheads are 20pt Noto Sans sentence case</a:t>
            </a:r>
          </a:p>
        </p:txBody>
      </p:sp>
      <p:sp>
        <p:nvSpPr>
          <p:cNvPr id="35" name="Title 1">
            <a:extLst>
              <a:ext uri="{FF2B5EF4-FFF2-40B4-BE49-F238E27FC236}">
                <a16:creationId xmlns:a16="http://schemas.microsoft.com/office/drawing/2014/main" id="{F7111441-0C14-4EE9-B6C1-ED9FC63641C7}"/>
              </a:ext>
            </a:extLst>
          </p:cNvPr>
          <p:cNvSpPr>
            <a:spLocks noGrp="1"/>
          </p:cNvSpPr>
          <p:nvPr>
            <p:ph type="ctrTitle" hasCustomPrompt="1"/>
          </p:nvPr>
        </p:nvSpPr>
        <p:spPr>
          <a:xfrm>
            <a:off x="613608" y="1918354"/>
            <a:ext cx="6270413" cy="2088828"/>
          </a:xfrm>
          <a:prstGeom prst="rect">
            <a:avLst/>
          </a:prstGeom>
        </p:spPr>
        <p:txBody>
          <a:bodyPr vert="horz" anchor="b" anchorCtr="0"/>
          <a:lstStyle>
            <a:lvl1pPr algn="l">
              <a:lnSpc>
                <a:spcPct val="100000"/>
              </a:lnSpc>
              <a:defRPr sz="4400" b="0" i="0" baseline="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Headline 44pt Noto Sans Light Title Case</a:t>
            </a:r>
          </a:p>
        </p:txBody>
      </p:sp>
      <p:sp>
        <p:nvSpPr>
          <p:cNvPr id="36" name="Subtitle 2">
            <a:extLst>
              <a:ext uri="{FF2B5EF4-FFF2-40B4-BE49-F238E27FC236}">
                <a16:creationId xmlns:a16="http://schemas.microsoft.com/office/drawing/2014/main" id="{413712FA-495E-465D-A2EB-8AA7E6AE5523}"/>
              </a:ext>
            </a:extLst>
          </p:cNvPr>
          <p:cNvSpPr>
            <a:spLocks noGrp="1"/>
          </p:cNvSpPr>
          <p:nvPr>
            <p:ph type="subTitle" idx="1" hasCustomPrompt="1"/>
          </p:nvPr>
        </p:nvSpPr>
        <p:spPr>
          <a:xfrm>
            <a:off x="613608" y="5518464"/>
            <a:ext cx="6270413" cy="669272"/>
          </a:xfrm>
          <a:prstGeom prst="rect">
            <a:avLst/>
          </a:prstGeom>
        </p:spPr>
        <p:txBody>
          <a:bodyPr>
            <a:noAutofit/>
          </a:bodyPr>
          <a:lstStyle>
            <a:lvl1pPr marL="0" indent="0" algn="l">
              <a:lnSpc>
                <a:spcPct val="100000"/>
              </a:lnSpc>
              <a:spcBef>
                <a:spcPts val="200"/>
              </a:spcBef>
              <a:buNone/>
              <a:defRPr sz="1400" baseline="0">
                <a:solidFill>
                  <a:schemeClr val="tx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Author First Last Name, Title 14pt Noto Sans</a:t>
            </a:r>
          </a:p>
        </p:txBody>
      </p:sp>
      <p:pic>
        <p:nvPicPr>
          <p:cNvPr id="2" name="Graphic 1">
            <a:extLst>
              <a:ext uri="{FF2B5EF4-FFF2-40B4-BE49-F238E27FC236}">
                <a16:creationId xmlns:a16="http://schemas.microsoft.com/office/drawing/2014/main" id="{605A4C8A-6879-7FCB-0A76-F16EBB9CEB81}"/>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31520" y="812800"/>
            <a:ext cx="2247900" cy="406400"/>
          </a:xfrm>
          <a:prstGeom prst="rect">
            <a:avLst/>
          </a:prstGeom>
        </p:spPr>
      </p:pic>
      <p:sp>
        <p:nvSpPr>
          <p:cNvPr id="4" name="Text Placeholder 21">
            <a:extLst>
              <a:ext uri="{FF2B5EF4-FFF2-40B4-BE49-F238E27FC236}">
                <a16:creationId xmlns:a16="http://schemas.microsoft.com/office/drawing/2014/main" id="{9F0BC72C-1AD7-E7CA-ECEC-E76873446974}"/>
              </a:ext>
            </a:extLst>
          </p:cNvPr>
          <p:cNvSpPr>
            <a:spLocks noGrp="1"/>
          </p:cNvSpPr>
          <p:nvPr userDrawn="1">
            <p:ph type="body" sz="quarter" idx="12" hasCustomPrompt="1"/>
          </p:nvPr>
        </p:nvSpPr>
        <p:spPr>
          <a:xfrm>
            <a:off x="9281375" y="4854606"/>
            <a:ext cx="2324100" cy="1341752"/>
          </a:xfrm>
          <a:prstGeom prst="rect">
            <a:avLst/>
          </a:prstGeom>
          <a:solidFill>
            <a:srgbClr val="DA291C"/>
          </a:solidFill>
        </p:spPr>
        <p:txBody>
          <a:bodyPr rIns="45720">
            <a:noAutofit/>
          </a:bodyPr>
          <a:lstStyle>
            <a:lvl1pPr marL="0" indent="0" algn="l">
              <a:lnSpc>
                <a:spcPct val="100000"/>
              </a:lnSpc>
              <a:spcBef>
                <a:spcPts val="600"/>
              </a:spcBef>
              <a:buNone/>
              <a:defRPr sz="1000" b="0" i="0">
                <a:solidFill>
                  <a:schemeClr val="bg1"/>
                </a:solidFill>
                <a:latin typeface="+mj-lt"/>
              </a:defRPr>
            </a:lvl1pPr>
          </a:lstStyle>
          <a:p>
            <a:pPr lvl="0"/>
            <a:r>
              <a:rPr lang="en-US"/>
              <a:t>Co-brand and bid defense only: You may replace this box with a sponsor logo. Ensure the logo is on a white or transparent background and you have usage permission.</a:t>
            </a:r>
          </a:p>
          <a:p>
            <a:pPr lvl="0"/>
            <a:r>
              <a:rPr lang="en-US"/>
              <a:t>All other presentations, or without sponsor logo: Please delete this box.</a:t>
            </a:r>
          </a:p>
        </p:txBody>
      </p:sp>
      <p:sp>
        <p:nvSpPr>
          <p:cNvPr id="3" name="TextBox 2">
            <a:extLst>
              <a:ext uri="{FF2B5EF4-FFF2-40B4-BE49-F238E27FC236}">
                <a16:creationId xmlns:a16="http://schemas.microsoft.com/office/drawing/2014/main" id="{A795383A-AB7C-A1C6-5711-CA54E3E52A6D}"/>
              </a:ext>
            </a:extLst>
          </p:cNvPr>
          <p:cNvSpPr txBox="1"/>
          <p:nvPr userDrawn="1"/>
        </p:nvSpPr>
        <p:spPr bwMode="black">
          <a:xfrm>
            <a:off x="613608" y="6519948"/>
            <a:ext cx="7722832" cy="215444"/>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800">
                <a:solidFill>
                  <a:schemeClr val="bg1">
                    <a:lumMod val="50000"/>
                  </a:schemeClr>
                </a:solidFill>
                <a:latin typeface="+mj-lt"/>
                <a:ea typeface="Arial" charset="0"/>
                <a:cs typeface="Arial" charset="0"/>
              </a:rPr>
              <a:t>© 2026. All rights reserved. IQVIA</a:t>
            </a:r>
            <a:r>
              <a:rPr lang="en-US" sz="800" baseline="30000">
                <a:solidFill>
                  <a:schemeClr val="bg1">
                    <a:lumMod val="50000"/>
                  </a:schemeClr>
                </a:solidFill>
                <a:latin typeface="+mj-lt"/>
                <a:ea typeface="Arial" charset="0"/>
                <a:cs typeface="Arial" charset="0"/>
              </a:rPr>
              <a:t>®</a:t>
            </a:r>
            <a:r>
              <a:rPr lang="en-US" sz="800">
                <a:solidFill>
                  <a:schemeClr val="bg1">
                    <a:lumMod val="50000"/>
                  </a:schemeClr>
                </a:solidFill>
                <a:latin typeface="+mj-lt"/>
                <a:ea typeface="Arial" charset="0"/>
                <a:cs typeface="Arial" charset="0"/>
              </a:rPr>
              <a:t> is a registered trademark of IQVIA Inc. in the United States, the European Union, and various other countries. </a:t>
            </a:r>
          </a:p>
        </p:txBody>
      </p:sp>
      <p:sp>
        <p:nvSpPr>
          <p:cNvPr id="5" name="Freeform: Shape 4">
            <a:extLst>
              <a:ext uri="{FF2B5EF4-FFF2-40B4-BE49-F238E27FC236}">
                <a16:creationId xmlns:a16="http://schemas.microsoft.com/office/drawing/2014/main" id="{4493F902-AAD1-8100-DE89-9A4C865E166B}"/>
              </a:ext>
            </a:extLst>
          </p:cNvPr>
          <p:cNvSpPr/>
          <p:nvPr userDrawn="1"/>
        </p:nvSpPr>
        <p:spPr>
          <a:xfrm rot="2700000">
            <a:off x="9798166" y="-906004"/>
            <a:ext cx="1193902" cy="4301542"/>
          </a:xfrm>
          <a:custGeom>
            <a:avLst/>
            <a:gdLst>
              <a:gd name="connsiteX0" fmla="*/ 0 w 1193902"/>
              <a:gd name="connsiteY0" fmla="*/ 987355 h 4301542"/>
              <a:gd name="connsiteX1" fmla="*/ 987355 w 1193902"/>
              <a:gd name="connsiteY1" fmla="*/ 0 h 4301542"/>
              <a:gd name="connsiteX2" fmla="*/ 1193902 w 1193902"/>
              <a:gd name="connsiteY2" fmla="*/ 206546 h 4301542"/>
              <a:gd name="connsiteX3" fmla="*/ 1193901 w 1193902"/>
              <a:gd name="connsiteY3" fmla="*/ 3704591 h 4301542"/>
              <a:gd name="connsiteX4" fmla="*/ 596950 w 1193902"/>
              <a:gd name="connsiteY4" fmla="*/ 4301542 h 4301542"/>
              <a:gd name="connsiteX5" fmla="*/ 596951 w 1193902"/>
              <a:gd name="connsiteY5" fmla="*/ 4301541 h 4301542"/>
              <a:gd name="connsiteX6" fmla="*/ 0 w 1193902"/>
              <a:gd name="connsiteY6" fmla="*/ 370459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 name="connsiteX7" fmla="*/ 1078795 w 1193902"/>
              <a:gd name="connsiteY7" fmla="*/ 91440 h 4301542"/>
              <a:gd name="connsiteX0" fmla="*/ 987355 w 1193902"/>
              <a:gd name="connsiteY0" fmla="*/ 0 h 4301542"/>
              <a:gd name="connsiteX1" fmla="*/ 1193902 w 1193902"/>
              <a:gd name="connsiteY1" fmla="*/ 206546 h 4301542"/>
              <a:gd name="connsiteX2" fmla="*/ 1193901 w 1193902"/>
              <a:gd name="connsiteY2" fmla="*/ 3704591 h 4301542"/>
              <a:gd name="connsiteX3" fmla="*/ 596950 w 1193902"/>
              <a:gd name="connsiteY3" fmla="*/ 4301542 h 4301542"/>
              <a:gd name="connsiteX4" fmla="*/ 596951 w 1193902"/>
              <a:gd name="connsiteY4" fmla="*/ 4301541 h 4301542"/>
              <a:gd name="connsiteX5" fmla="*/ 0 w 1193902"/>
              <a:gd name="connsiteY5" fmla="*/ 3704590 h 4301542"/>
              <a:gd name="connsiteX6" fmla="*/ 0 w 1193902"/>
              <a:gd name="connsiteY6" fmla="*/ 987355 h 4301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93902" h="4301542">
                <a:moveTo>
                  <a:pt x="987355" y="0"/>
                </a:moveTo>
                <a:lnTo>
                  <a:pt x="1193902" y="206546"/>
                </a:lnTo>
                <a:cubicBezTo>
                  <a:pt x="1193902" y="1372561"/>
                  <a:pt x="1193901" y="2538576"/>
                  <a:pt x="1193901" y="3704591"/>
                </a:cubicBezTo>
                <a:cubicBezTo>
                  <a:pt x="1193901" y="4034278"/>
                  <a:pt x="926637" y="4301542"/>
                  <a:pt x="596950" y="4301542"/>
                </a:cubicBezTo>
                <a:lnTo>
                  <a:pt x="596951" y="4301541"/>
                </a:lnTo>
                <a:cubicBezTo>
                  <a:pt x="267264" y="4301541"/>
                  <a:pt x="0" y="4034277"/>
                  <a:pt x="0" y="3704590"/>
                </a:cubicBezTo>
                <a:lnTo>
                  <a:pt x="0" y="987355"/>
                </a:lnTo>
              </a:path>
            </a:pathLst>
          </a:custGeom>
          <a:no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6" name="Freeform: Shape 5">
            <a:extLst>
              <a:ext uri="{FF2B5EF4-FFF2-40B4-BE49-F238E27FC236}">
                <a16:creationId xmlns:a16="http://schemas.microsoft.com/office/drawing/2014/main" id="{7FC2DBB2-A181-4E29-6CCA-A8F30AC33C44}"/>
              </a:ext>
            </a:extLst>
          </p:cNvPr>
          <p:cNvSpPr/>
          <p:nvPr userDrawn="1"/>
        </p:nvSpPr>
        <p:spPr>
          <a:xfrm rot="2700000">
            <a:off x="11019741" y="1955164"/>
            <a:ext cx="825711" cy="2790751"/>
          </a:xfrm>
          <a:custGeom>
            <a:avLst/>
            <a:gdLst>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0" fmla="*/ 0 w 825711"/>
              <a:gd name="connsiteY0" fmla="*/ 0 h 2882191"/>
              <a:gd name="connsiteX1" fmla="*/ 825711 w 825711"/>
              <a:gd name="connsiteY1" fmla="*/ 825711 h 2882191"/>
              <a:gd name="connsiteX2" fmla="*/ 825711 w 825711"/>
              <a:gd name="connsiteY2" fmla="*/ 2469335 h 2882191"/>
              <a:gd name="connsiteX3" fmla="*/ 412855 w 825711"/>
              <a:gd name="connsiteY3" fmla="*/ 2882191 h 2882191"/>
              <a:gd name="connsiteX4" fmla="*/ 412856 w 825711"/>
              <a:gd name="connsiteY4" fmla="*/ 2882190 h 2882191"/>
              <a:gd name="connsiteX5" fmla="*/ 0 w 825711"/>
              <a:gd name="connsiteY5" fmla="*/ 2469334 h 2882191"/>
              <a:gd name="connsiteX6" fmla="*/ 91440 w 825711"/>
              <a:gd name="connsiteY6" fmla="*/ 91440 h 2882191"/>
              <a:gd name="connsiteX0" fmla="*/ 825711 w 825711"/>
              <a:gd name="connsiteY0" fmla="*/ 734271 h 2790751"/>
              <a:gd name="connsiteX1" fmla="*/ 825711 w 825711"/>
              <a:gd name="connsiteY1" fmla="*/ 2377895 h 2790751"/>
              <a:gd name="connsiteX2" fmla="*/ 412855 w 825711"/>
              <a:gd name="connsiteY2" fmla="*/ 2790751 h 2790751"/>
              <a:gd name="connsiteX3" fmla="*/ 412856 w 825711"/>
              <a:gd name="connsiteY3" fmla="*/ 2790750 h 2790751"/>
              <a:gd name="connsiteX4" fmla="*/ 0 w 825711"/>
              <a:gd name="connsiteY4" fmla="*/ 2377894 h 2790751"/>
              <a:gd name="connsiteX5" fmla="*/ 91440 w 825711"/>
              <a:gd name="connsiteY5" fmla="*/ 0 h 2790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2790751">
                <a:moveTo>
                  <a:pt x="825711" y="734271"/>
                </a:moveTo>
                <a:lnTo>
                  <a:pt x="825711" y="2377895"/>
                </a:lnTo>
                <a:cubicBezTo>
                  <a:pt x="825711" y="2605909"/>
                  <a:pt x="640869" y="2790751"/>
                  <a:pt x="412855" y="2790751"/>
                </a:cubicBezTo>
                <a:lnTo>
                  <a:pt x="412856" y="2790750"/>
                </a:lnTo>
                <a:cubicBezTo>
                  <a:pt x="184842" y="2790750"/>
                  <a:pt x="0" y="2605908"/>
                  <a:pt x="0" y="2377894"/>
                </a:cubicBezTo>
                <a:cubicBezTo>
                  <a:pt x="0" y="1554783"/>
                  <a:pt x="91440" y="0"/>
                  <a:pt x="91440" y="0"/>
                </a:cubicBezTo>
              </a:path>
            </a:pathLst>
          </a:custGeom>
          <a:noFill/>
          <a:ln w="12700">
            <a:solidFill>
              <a:srgbClr val="2B3A4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latin typeface="+mj-lt"/>
            </a:endParaRPr>
          </a:p>
        </p:txBody>
      </p:sp>
      <p:sp>
        <p:nvSpPr>
          <p:cNvPr id="7" name="Freeform: Shape 6">
            <a:extLst>
              <a:ext uri="{FF2B5EF4-FFF2-40B4-BE49-F238E27FC236}">
                <a16:creationId xmlns:a16="http://schemas.microsoft.com/office/drawing/2014/main" id="{AFC722F8-9A5C-19E5-0242-1E41CA5B41E8}"/>
              </a:ext>
            </a:extLst>
          </p:cNvPr>
          <p:cNvSpPr/>
          <p:nvPr userDrawn="1"/>
        </p:nvSpPr>
        <p:spPr>
          <a:xfrm rot="2700000">
            <a:off x="10059962" y="-488825"/>
            <a:ext cx="1032256" cy="5442037"/>
          </a:xfrm>
          <a:custGeom>
            <a:avLst/>
            <a:gdLst>
              <a:gd name="connsiteX0" fmla="*/ 0 w 1032256"/>
              <a:gd name="connsiteY0" fmla="*/ 80350 h 5442037"/>
              <a:gd name="connsiteX1" fmla="*/ 80350 w 1032256"/>
              <a:gd name="connsiteY1" fmla="*/ 0 h 5442037"/>
              <a:gd name="connsiteX2" fmla="*/ 1032256 w 1032256"/>
              <a:gd name="connsiteY2" fmla="*/ 951906 h 5442037"/>
              <a:gd name="connsiteX3" fmla="*/ 1032255 w 1032256"/>
              <a:gd name="connsiteY3" fmla="*/ 4925909 h 5442037"/>
              <a:gd name="connsiteX4" fmla="*/ 516127 w 1032256"/>
              <a:gd name="connsiteY4" fmla="*/ 5442037 h 5442037"/>
              <a:gd name="connsiteX5" fmla="*/ 516128 w 1032256"/>
              <a:gd name="connsiteY5" fmla="*/ 5442036 h 5442037"/>
              <a:gd name="connsiteX6" fmla="*/ 0 w 1032256"/>
              <a:gd name="connsiteY6" fmla="*/ 4925908 h 54420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32256" h="5442037">
                <a:moveTo>
                  <a:pt x="0" y="80350"/>
                </a:moveTo>
                <a:lnTo>
                  <a:pt x="80350" y="0"/>
                </a:lnTo>
                <a:lnTo>
                  <a:pt x="1032256" y="951906"/>
                </a:lnTo>
                <a:lnTo>
                  <a:pt x="1032255" y="4925909"/>
                </a:lnTo>
                <a:cubicBezTo>
                  <a:pt x="1032255" y="5210959"/>
                  <a:pt x="801177" y="5442037"/>
                  <a:pt x="516127" y="5442037"/>
                </a:cubicBezTo>
                <a:lnTo>
                  <a:pt x="516128" y="5442036"/>
                </a:lnTo>
                <a:cubicBezTo>
                  <a:pt x="231078" y="5442036"/>
                  <a:pt x="0" y="5210958"/>
                  <a:pt x="0" y="4925908"/>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latin typeface="+mj-lt"/>
            </a:endParaRPr>
          </a:p>
        </p:txBody>
      </p:sp>
      <p:sp>
        <p:nvSpPr>
          <p:cNvPr id="8" name="Freeform: Shape 7">
            <a:extLst>
              <a:ext uri="{FF2B5EF4-FFF2-40B4-BE49-F238E27FC236}">
                <a16:creationId xmlns:a16="http://schemas.microsoft.com/office/drawing/2014/main" id="{461D5A5C-10B5-236E-C5A3-320C49CAC101}"/>
              </a:ext>
            </a:extLst>
          </p:cNvPr>
          <p:cNvSpPr/>
          <p:nvPr userDrawn="1"/>
        </p:nvSpPr>
        <p:spPr>
          <a:xfrm rot="2700000">
            <a:off x="10155384" y="-743160"/>
            <a:ext cx="619166" cy="4750557"/>
          </a:xfrm>
          <a:custGeom>
            <a:avLst/>
            <a:gdLst>
              <a:gd name="connsiteX0" fmla="*/ 0 w 619166"/>
              <a:gd name="connsiteY0" fmla="*/ 376697 h 4750557"/>
              <a:gd name="connsiteX1" fmla="*/ 376697 w 619166"/>
              <a:gd name="connsiteY1" fmla="*/ 0 h 4750557"/>
              <a:gd name="connsiteX2" fmla="*/ 619166 w 619166"/>
              <a:gd name="connsiteY2" fmla="*/ 242469 h 4750557"/>
              <a:gd name="connsiteX3" fmla="*/ 619165 w 619166"/>
              <a:gd name="connsiteY3" fmla="*/ 4440974 h 4750557"/>
              <a:gd name="connsiteX4" fmla="*/ 309582 w 619166"/>
              <a:gd name="connsiteY4" fmla="*/ 4750557 h 4750557"/>
              <a:gd name="connsiteX5" fmla="*/ 309583 w 619166"/>
              <a:gd name="connsiteY5" fmla="*/ 4750556 h 4750557"/>
              <a:gd name="connsiteX6" fmla="*/ 0 w 619166"/>
              <a:gd name="connsiteY6" fmla="*/ 4440973 h 4750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19166" h="4750557">
                <a:moveTo>
                  <a:pt x="0" y="376697"/>
                </a:moveTo>
                <a:lnTo>
                  <a:pt x="376697" y="0"/>
                </a:lnTo>
                <a:lnTo>
                  <a:pt x="619166" y="242469"/>
                </a:lnTo>
                <a:lnTo>
                  <a:pt x="619165" y="4440974"/>
                </a:lnTo>
                <a:cubicBezTo>
                  <a:pt x="619165" y="4611952"/>
                  <a:pt x="480560" y="4750557"/>
                  <a:pt x="309582" y="4750557"/>
                </a:cubicBezTo>
                <a:lnTo>
                  <a:pt x="309583" y="4750556"/>
                </a:lnTo>
                <a:cubicBezTo>
                  <a:pt x="138605" y="4750556"/>
                  <a:pt x="0" y="4611951"/>
                  <a:pt x="0" y="4440973"/>
                </a:cubicBezTo>
                <a:close/>
              </a:path>
            </a:pathLst>
          </a:custGeom>
          <a:solidFill>
            <a:srgbClr val="0CEFC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
        <p:nvSpPr>
          <p:cNvPr id="10" name="Freeform: Shape 9">
            <a:extLst>
              <a:ext uri="{FF2B5EF4-FFF2-40B4-BE49-F238E27FC236}">
                <a16:creationId xmlns:a16="http://schemas.microsoft.com/office/drawing/2014/main" id="{F380E180-0B33-1124-60B3-4CE23784FB15}"/>
              </a:ext>
            </a:extLst>
          </p:cNvPr>
          <p:cNvSpPr/>
          <p:nvPr userDrawn="1"/>
        </p:nvSpPr>
        <p:spPr>
          <a:xfrm rot="2700000">
            <a:off x="10829819" y="1073856"/>
            <a:ext cx="825711" cy="3510810"/>
          </a:xfrm>
          <a:custGeom>
            <a:avLst/>
            <a:gdLst>
              <a:gd name="connsiteX0" fmla="*/ 0 w 825711"/>
              <a:gd name="connsiteY0" fmla="*/ 0 h 3510810"/>
              <a:gd name="connsiteX1" fmla="*/ 825711 w 825711"/>
              <a:gd name="connsiteY1" fmla="*/ 825711 h 3510810"/>
              <a:gd name="connsiteX2" fmla="*/ 825711 w 825711"/>
              <a:gd name="connsiteY2" fmla="*/ 3097954 h 3510810"/>
              <a:gd name="connsiteX3" fmla="*/ 412855 w 825711"/>
              <a:gd name="connsiteY3" fmla="*/ 3510810 h 3510810"/>
              <a:gd name="connsiteX4" fmla="*/ 412856 w 825711"/>
              <a:gd name="connsiteY4" fmla="*/ 3510809 h 3510810"/>
              <a:gd name="connsiteX5" fmla="*/ 0 w 825711"/>
              <a:gd name="connsiteY5" fmla="*/ 3097953 h 351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25711" h="3510810">
                <a:moveTo>
                  <a:pt x="0" y="0"/>
                </a:moveTo>
                <a:lnTo>
                  <a:pt x="825711" y="825711"/>
                </a:lnTo>
                <a:lnTo>
                  <a:pt x="825711" y="3097954"/>
                </a:lnTo>
                <a:cubicBezTo>
                  <a:pt x="825711" y="3325968"/>
                  <a:pt x="640869" y="3510810"/>
                  <a:pt x="412855" y="3510810"/>
                </a:cubicBezTo>
                <a:lnTo>
                  <a:pt x="412856" y="3510809"/>
                </a:lnTo>
                <a:cubicBezTo>
                  <a:pt x="184842" y="3510809"/>
                  <a:pt x="0" y="3325967"/>
                  <a:pt x="0" y="3097953"/>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endParaRPr lang="en-US" sz="1600" err="1">
              <a:latin typeface="+mj-lt"/>
            </a:endParaRPr>
          </a:p>
        </p:txBody>
      </p:sp>
    </p:spTree>
    <p:extLst>
      <p:ext uri="{BB962C8B-B14F-4D97-AF65-F5344CB8AC3E}">
        <p14:creationId xmlns:p14="http://schemas.microsoft.com/office/powerpoint/2010/main" val="2582565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ontent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05A8A15E-1053-38DD-AC1D-5EA46364C078}"/>
              </a:ext>
            </a:extLst>
          </p:cNvPr>
          <p:cNvGraphicFramePr>
            <a:graphicFrameLocks noChangeAspect="1"/>
          </p:cNvGraphicFramePr>
          <p:nvPr userDrawn="1">
            <p:custDataLst>
              <p:tags r:id="rId1"/>
            </p:custDataLst>
            <p:extLst>
              <p:ext uri="{D42A27DB-BD31-4B8C-83A1-F6EECF244321}">
                <p14:modId xmlns:p14="http://schemas.microsoft.com/office/powerpoint/2010/main" val="10962055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05A8A15E-1053-38DD-AC1D-5EA46364C07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Content Placeholder 2"/>
          <p:cNvSpPr>
            <a:spLocks noGrp="1"/>
          </p:cNvSpPr>
          <p:nvPr>
            <p:ph idx="1" hasCustomPrompt="1"/>
          </p:nvPr>
        </p:nvSpPr>
        <p:spPr>
          <a:xfrm>
            <a:off x="384694" y="1286359"/>
            <a:ext cx="11338560"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4" name="Footer Placeholder 4">
            <a:extLst>
              <a:ext uri="{FF2B5EF4-FFF2-40B4-BE49-F238E27FC236}">
                <a16:creationId xmlns:a16="http://schemas.microsoft.com/office/drawing/2014/main" id="{7088911A-0046-5847-8D5E-667B718ECD3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0" name="Slide Number Placeholder 5">
            <a:extLst>
              <a:ext uri="{FF2B5EF4-FFF2-40B4-BE49-F238E27FC236}">
                <a16:creationId xmlns:a16="http://schemas.microsoft.com/office/drawing/2014/main" id="{FCFC63C0-5262-4767-9F93-DEDAECE24DB7}"/>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DB41C48F-5C1D-DE41-93AD-B4E269C3B3AC}"/>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54096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Content_Subhead - IQVIA">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1556B5BD-D0BB-AFCA-634D-8774ECD5E040}"/>
              </a:ext>
            </a:extLst>
          </p:cNvPr>
          <p:cNvGraphicFramePr>
            <a:graphicFrameLocks noChangeAspect="1"/>
          </p:cNvGraphicFramePr>
          <p:nvPr userDrawn="1">
            <p:custDataLst>
              <p:tags r:id="rId1"/>
            </p:custDataLst>
            <p:extLst>
              <p:ext uri="{D42A27DB-BD31-4B8C-83A1-F6EECF244321}">
                <p14:modId xmlns:p14="http://schemas.microsoft.com/office/powerpoint/2010/main" val="259286292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4" name="think-cell data - do not delete" hidden="1">
                        <a:extLst>
                          <a:ext uri="{FF2B5EF4-FFF2-40B4-BE49-F238E27FC236}">
                            <a16:creationId xmlns:a16="http://schemas.microsoft.com/office/drawing/2014/main" id="{1556B5BD-D0BB-AFCA-634D-8774ECD5E04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3" name="Content Placeholder 2">
            <a:extLst>
              <a:ext uri="{FF2B5EF4-FFF2-40B4-BE49-F238E27FC236}">
                <a16:creationId xmlns:a16="http://schemas.microsoft.com/office/drawing/2014/main" id="{098016E9-779F-F844-B7C6-670D5E2ED4DC}"/>
              </a:ext>
            </a:extLst>
          </p:cNvPr>
          <p:cNvSpPr>
            <a:spLocks noGrp="1"/>
          </p:cNvSpPr>
          <p:nvPr>
            <p:ph idx="17" hasCustomPrompt="1"/>
          </p:nvPr>
        </p:nvSpPr>
        <p:spPr>
          <a:xfrm>
            <a:off x="384694" y="1702630"/>
            <a:ext cx="11338560" cy="457785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9"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2"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6" name="Footer Placeholder 4">
            <a:extLst>
              <a:ext uri="{FF2B5EF4-FFF2-40B4-BE49-F238E27FC236}">
                <a16:creationId xmlns:a16="http://schemas.microsoft.com/office/drawing/2014/main" id="{4C2A7798-04D8-114F-865E-17D9C5B73EAA}"/>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80491F4-CBE5-420D-B41C-DA1186C29721}"/>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4" name="Graphic 13">
            <a:extLst>
              <a:ext uri="{FF2B5EF4-FFF2-40B4-BE49-F238E27FC236}">
                <a16:creationId xmlns:a16="http://schemas.microsoft.com/office/drawing/2014/main" id="{C127A24E-C6A6-B348-9405-8C826F52F919}"/>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1398012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Content_Callout Opt1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827927AA-6E3C-3281-2AB0-473A1A133008}"/>
              </a:ext>
            </a:extLst>
          </p:cNvPr>
          <p:cNvGraphicFramePr>
            <a:graphicFrameLocks noChangeAspect="1"/>
          </p:cNvGraphicFramePr>
          <p:nvPr userDrawn="1">
            <p:custDataLst>
              <p:tags r:id="rId1"/>
            </p:custDataLst>
            <p:extLst>
              <p:ext uri="{D42A27DB-BD31-4B8C-83A1-F6EECF244321}">
                <p14:modId xmlns:p14="http://schemas.microsoft.com/office/powerpoint/2010/main" val="15984762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827927AA-6E3C-3281-2AB0-473A1A13300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17" name="Graphic 16">
            <a:extLst>
              <a:ext uri="{FF2B5EF4-FFF2-40B4-BE49-F238E27FC236}">
                <a16:creationId xmlns:a16="http://schemas.microsoft.com/office/drawing/2014/main" id="{B39BD980-859A-ED43-B5E0-B78C35812A8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cxnSp>
        <p:nvCxnSpPr>
          <p:cNvPr id="12" name="Straight Connector 11">
            <a:extLst>
              <a:ext uri="{FF2B5EF4-FFF2-40B4-BE49-F238E27FC236}">
                <a16:creationId xmlns:a16="http://schemas.microsoft.com/office/drawing/2014/main" id="{9531A8FC-B139-A448-96B7-DB54D8693F95}"/>
              </a:ext>
            </a:extLst>
          </p:cNvPr>
          <p:cNvCxnSpPr>
            <a:cxnSpLocks/>
          </p:cNvCxnSpPr>
          <p:nvPr/>
        </p:nvCxnSpPr>
        <p:spPr>
          <a:xfrm>
            <a:off x="8132063" y="1784927"/>
            <a:ext cx="4082396" cy="0"/>
          </a:xfrm>
          <a:prstGeom prst="line">
            <a:avLst/>
          </a:prstGeom>
          <a:ln w="254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9"/>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7"/>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accent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241A4459-0EB4-4688-8572-06BA95F5D702}"/>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91451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Content_Callout Opt2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B8F84D9-5BB2-7598-FDD4-DE7D2E900F66}"/>
              </a:ext>
            </a:extLst>
          </p:cNvPr>
          <p:cNvGraphicFramePr>
            <a:graphicFrameLocks noChangeAspect="1"/>
          </p:cNvGraphicFramePr>
          <p:nvPr userDrawn="1">
            <p:custDataLst>
              <p:tags r:id="rId1"/>
            </p:custDataLst>
            <p:extLst>
              <p:ext uri="{D42A27DB-BD31-4B8C-83A1-F6EECF244321}">
                <p14:modId xmlns:p14="http://schemas.microsoft.com/office/powerpoint/2010/main" val="4316980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B8F84D9-5BB2-7598-FDD4-DE7D2E900F6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D88AF363-7A35-104E-9A0A-BC860A4A42C8}"/>
              </a:ext>
            </a:extLst>
          </p:cNvPr>
          <p:cNvSpPr>
            <a:spLocks noGrp="1"/>
          </p:cNvSpPr>
          <p:nvPr>
            <p:ph idx="17" hasCustomPrompt="1"/>
          </p:nvPr>
        </p:nvSpPr>
        <p:spPr>
          <a:xfrm>
            <a:off x="384694" y="1702626"/>
            <a:ext cx="7492481" cy="457784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8" name="Text Placeholder 11"/>
          <p:cNvSpPr>
            <a:spLocks noGrp="1"/>
          </p:cNvSpPr>
          <p:nvPr>
            <p:ph type="body" sz="quarter" idx="15" hasCustomPrompt="1"/>
          </p:nvPr>
        </p:nvSpPr>
        <p:spPr bwMode="gray">
          <a:xfrm>
            <a:off x="8132063" y="1876358"/>
            <a:ext cx="3764662" cy="4404112"/>
          </a:xfrm>
          <a:prstGeom prst="rect">
            <a:avLst/>
          </a:prstGeom>
        </p:spPr>
        <p:txBody>
          <a:bodyPr wrap="square" anchor="t" anchorCtr="0">
            <a:noAutofit/>
          </a:bodyPr>
          <a:lstStyle>
            <a:lvl1pPr marL="0" marR="0" indent="0" algn="l" defTabSz="1219170" rtl="0" eaLnBrk="0" fontAlgn="base" latinLnBrk="0" hangingPunct="0">
              <a:lnSpc>
                <a:spcPct val="125000"/>
              </a:lnSpc>
              <a:spcBef>
                <a:spcPts val="0"/>
              </a:spcBef>
              <a:spcAft>
                <a:spcPct val="0"/>
              </a:spcAft>
              <a:buClrTx/>
              <a:buSzTx/>
              <a:buFontTx/>
              <a:buNone/>
              <a:tabLst/>
              <a:defRPr sz="2000" b="1" i="0" baseline="0">
                <a:solidFill>
                  <a:schemeClr val="tx2"/>
                </a:solidFill>
                <a:latin typeface="+mj-lt"/>
              </a:defRPr>
            </a:lvl1pPr>
            <a:lvl2pPr marL="230188" indent="-119063">
              <a:lnSpc>
                <a:spcPct val="100000"/>
              </a:lnSpc>
              <a:buFont typeface="Arial"/>
              <a:buChar char="•"/>
              <a:defRPr sz="1200" b="0" i="0" baseline="0">
                <a:solidFill>
                  <a:schemeClr val="accent1"/>
                </a:solidFill>
                <a:latin typeface="+mj-lt"/>
                <a:cs typeface="Arial"/>
              </a:defRPr>
            </a:lvl2pPr>
            <a:lvl3pPr marL="609585" indent="-228594">
              <a:lnSpc>
                <a:spcPct val="100000"/>
              </a:lnSpc>
              <a:buFont typeface="Arial" pitchFamily="34" charset="0"/>
              <a:buChar char="•"/>
              <a:defRPr sz="1200" b="0" i="0">
                <a:solidFill>
                  <a:schemeClr val="bg1"/>
                </a:solidFill>
                <a:latin typeface="+mj-lt"/>
                <a:cs typeface="Arial"/>
              </a:defRPr>
            </a:lvl3pPr>
            <a:lvl4pPr>
              <a:defRPr sz="2133" b="0" i="0">
                <a:latin typeface="Georgia" pitchFamily="18" charset="0"/>
              </a:defRPr>
            </a:lvl4pPr>
          </a:lstStyle>
          <a:p>
            <a:pPr lvl="0"/>
            <a:r>
              <a:rPr lang="en-US" noProof="0"/>
              <a:t>Callouts are 20pt </a:t>
            </a:r>
            <a:r>
              <a:rPr lang="en-US"/>
              <a:t>Noto Sans</a:t>
            </a:r>
            <a:r>
              <a:rPr lang="en-US" noProof="0"/>
              <a:t> Bold sentence case lorem ipsum dolor sit </a:t>
            </a:r>
            <a:r>
              <a:rPr lang="en-US" noProof="0" err="1"/>
              <a:t>amet</a:t>
            </a:r>
            <a:r>
              <a:rPr lang="en-US" noProof="0"/>
              <a:t>, </a:t>
            </a:r>
            <a:r>
              <a:rPr lang="en-US" noProof="0" err="1"/>
              <a:t>consec</a:t>
            </a:r>
            <a:r>
              <a:rPr lang="en-US" noProof="0"/>
              <a:t> </a:t>
            </a:r>
            <a:r>
              <a:rPr lang="en-US" noProof="0" err="1"/>
              <a:t>tetuer</a:t>
            </a:r>
            <a:r>
              <a:rPr lang="en-US" noProof="0"/>
              <a:t> </a:t>
            </a:r>
            <a:r>
              <a:rPr lang="en-US" noProof="0" err="1"/>
              <a:t>adipiscing</a:t>
            </a:r>
            <a:r>
              <a:rPr lang="en-US" noProof="0"/>
              <a:t> </a:t>
            </a:r>
            <a:r>
              <a:rPr lang="en-US" noProof="0" err="1"/>
              <a:t>elit</a:t>
            </a:r>
            <a:r>
              <a:rPr lang="en-US" noProof="0"/>
              <a:t>, sed diam </a:t>
            </a:r>
            <a:r>
              <a:rPr lang="en-US" noProof="0" err="1"/>
              <a:t>nonummy</a:t>
            </a:r>
            <a:r>
              <a:rPr lang="en-US" noProof="0"/>
              <a:t> </a:t>
            </a:r>
            <a:r>
              <a:rPr lang="en-US" noProof="0" err="1"/>
              <a:t>nibh</a:t>
            </a:r>
            <a:r>
              <a:rPr lang="en-US" noProof="0"/>
              <a:t> </a:t>
            </a:r>
            <a:r>
              <a:rPr lang="en-US" noProof="0" err="1"/>
              <a:t>euismod</a:t>
            </a:r>
            <a:r>
              <a:rPr lang="en-US" noProof="0"/>
              <a:t> </a:t>
            </a:r>
            <a:r>
              <a:rPr lang="en-US" noProof="0" err="1"/>
              <a:t>tincidunt</a:t>
            </a:r>
            <a:r>
              <a:rPr lang="en-US" noProof="0"/>
              <a:t> </a:t>
            </a:r>
            <a:r>
              <a:rPr lang="en-US" noProof="0" err="1"/>
              <a:t>ut</a:t>
            </a:r>
            <a:r>
              <a:rPr lang="en-US" noProof="0"/>
              <a:t> </a:t>
            </a:r>
            <a:r>
              <a:rPr lang="en-US" noProof="0" err="1"/>
              <a:t>laoreet</a:t>
            </a:r>
            <a:r>
              <a:rPr lang="en-US" noProof="0"/>
              <a:t> dolore magna </a:t>
            </a:r>
            <a:r>
              <a:rPr lang="en-US" noProof="0" err="1"/>
              <a:t>aliquam</a:t>
            </a:r>
            <a:r>
              <a:rPr lang="en-US" noProof="0"/>
              <a:t> </a:t>
            </a:r>
            <a:r>
              <a:rPr lang="en-US" noProof="0" err="1"/>
              <a:t>erat</a:t>
            </a:r>
            <a:r>
              <a:rPr lang="en-US" noProof="0"/>
              <a:t> </a:t>
            </a:r>
            <a:r>
              <a:rPr lang="en-US" noProof="0" err="1"/>
              <a:t>volutpat</a:t>
            </a:r>
            <a:r>
              <a:rPr lang="en-US" noProof="0"/>
              <a:t>. </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wrap="square">
            <a:noAutofit/>
          </a:bodyPr>
          <a:lstStyle>
            <a:lvl1pPr marL="0" indent="0">
              <a:spcBef>
                <a:spcPts val="0"/>
              </a:spcBef>
              <a:buNone/>
              <a:defRPr sz="2000" i="1" baseline="0">
                <a:solidFill>
                  <a:schemeClr val="tx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wrap="square" anchor="b" anchorCtr="0">
            <a:noAutofit/>
          </a:bodyPr>
          <a:lstStyle>
            <a:lvl1pPr>
              <a:defRPr sz="2800" b="1">
                <a:solidFill>
                  <a:schemeClr val="tx1"/>
                </a:solidFill>
                <a:latin typeface="+mj-lt"/>
              </a:defRPr>
            </a:lvl1pPr>
          </a:lstStyle>
          <a:p>
            <a:r>
              <a:rPr lang="en-US"/>
              <a:t>Headlines are 28pt Noto Sans Bold sentence case</a:t>
            </a:r>
          </a:p>
        </p:txBody>
      </p:sp>
      <p:sp>
        <p:nvSpPr>
          <p:cNvPr id="60" name="Footer Placeholder 4">
            <a:extLst>
              <a:ext uri="{FF2B5EF4-FFF2-40B4-BE49-F238E27FC236}">
                <a16:creationId xmlns:a16="http://schemas.microsoft.com/office/drawing/2014/main" id="{02449CD6-629F-D647-95E7-AF3F9E15C483}"/>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cxnSp>
        <p:nvCxnSpPr>
          <p:cNvPr id="11" name="Straight Connector 10">
            <a:extLst>
              <a:ext uri="{FF2B5EF4-FFF2-40B4-BE49-F238E27FC236}">
                <a16:creationId xmlns:a16="http://schemas.microsoft.com/office/drawing/2014/main" id="{2BB5C6CE-599B-D241-B11C-1899212B39F3}"/>
              </a:ext>
            </a:extLst>
          </p:cNvPr>
          <p:cNvCxnSpPr>
            <a:cxnSpLocks/>
          </p:cNvCxnSpPr>
          <p:nvPr/>
        </p:nvCxnSpPr>
        <p:spPr>
          <a:xfrm>
            <a:off x="8132063" y="1784927"/>
            <a:ext cx="4148329" cy="0"/>
          </a:xfrm>
          <a:prstGeom prst="line">
            <a:avLst/>
          </a:prstGeom>
          <a:ln w="25400" cap="rnd">
            <a:solidFill>
              <a:schemeClr val="tx2"/>
            </a:solidFill>
            <a:round/>
          </a:ln>
        </p:spPr>
        <p:style>
          <a:lnRef idx="1">
            <a:schemeClr val="accent1"/>
          </a:lnRef>
          <a:fillRef idx="0">
            <a:schemeClr val="accent1"/>
          </a:fillRef>
          <a:effectRef idx="0">
            <a:schemeClr val="accent1"/>
          </a:effectRef>
          <a:fontRef idx="minor">
            <a:schemeClr val="tx1"/>
          </a:fontRef>
        </p:style>
      </p:cxnSp>
      <p:sp>
        <p:nvSpPr>
          <p:cNvPr id="33" name="Slide Number Placeholder 5">
            <a:extLst>
              <a:ext uri="{FF2B5EF4-FFF2-40B4-BE49-F238E27FC236}">
                <a16:creationId xmlns:a16="http://schemas.microsoft.com/office/drawing/2014/main" id="{5A70D40F-E06E-4AAC-8094-BC565B24D95E}"/>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2" name="Graphic 11">
            <a:extLst>
              <a:ext uri="{FF2B5EF4-FFF2-40B4-BE49-F238E27FC236}">
                <a16:creationId xmlns:a16="http://schemas.microsoft.com/office/drawing/2014/main" id="{F1328CB7-3B3E-0342-86D5-64775D744D1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498178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wo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FA0FCE1-040D-C5C9-0D6C-D0BC2BC5EE7A}"/>
              </a:ext>
            </a:extLst>
          </p:cNvPr>
          <p:cNvGraphicFramePr>
            <a:graphicFrameLocks noChangeAspect="1"/>
          </p:cNvGraphicFramePr>
          <p:nvPr userDrawn="1">
            <p:custDataLst>
              <p:tags r:id="rId1"/>
            </p:custDataLst>
            <p:extLst>
              <p:ext uri="{D42A27DB-BD31-4B8C-83A1-F6EECF244321}">
                <p14:modId xmlns:p14="http://schemas.microsoft.com/office/powerpoint/2010/main" val="21816533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FA0FCE1-040D-C5C9-0D6C-D0BC2BC5EE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702626"/>
            <a:ext cx="5532119" cy="4581144"/>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702626"/>
            <a:ext cx="5532119"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3"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2" name="Slide Number Placeholder 5">
            <a:extLst>
              <a:ext uri="{FF2B5EF4-FFF2-40B4-BE49-F238E27FC236}">
                <a16:creationId xmlns:a16="http://schemas.microsoft.com/office/drawing/2014/main" id="{2DFA1798-9673-4022-816E-704E37E4DEA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2420C18B-DFBF-C046-8D9E-FB3BB18EF1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53852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wo Column_NoSubhead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D6F0D803-AE05-DFA0-7C50-E5A7C3AE89EC}"/>
              </a:ext>
            </a:extLst>
          </p:cNvPr>
          <p:cNvGraphicFramePr>
            <a:graphicFrameLocks noChangeAspect="1"/>
          </p:cNvGraphicFramePr>
          <p:nvPr userDrawn="1">
            <p:custDataLst>
              <p:tags r:id="rId1"/>
            </p:custDataLst>
            <p:extLst>
              <p:ext uri="{D42A27DB-BD31-4B8C-83A1-F6EECF244321}">
                <p14:modId xmlns:p14="http://schemas.microsoft.com/office/powerpoint/2010/main" val="87590984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D6F0D803-AE05-DFA0-7C50-E5A7C3AE89E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Content Placeholder 2">
            <a:extLst>
              <a:ext uri="{FF2B5EF4-FFF2-40B4-BE49-F238E27FC236}">
                <a16:creationId xmlns:a16="http://schemas.microsoft.com/office/drawing/2014/main" id="{BB33977D-340C-C244-98B1-44E8B03BE8F1}"/>
              </a:ext>
            </a:extLst>
          </p:cNvPr>
          <p:cNvSpPr>
            <a:spLocks noGrp="1"/>
          </p:cNvSpPr>
          <p:nvPr>
            <p:ph idx="19" hasCustomPrompt="1"/>
          </p:nvPr>
        </p:nvSpPr>
        <p:spPr>
          <a:xfrm>
            <a:off x="6191135" y="1286358"/>
            <a:ext cx="5532119" cy="499412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6" name="Content Placeholder 2">
            <a:extLst>
              <a:ext uri="{FF2B5EF4-FFF2-40B4-BE49-F238E27FC236}">
                <a16:creationId xmlns:a16="http://schemas.microsoft.com/office/drawing/2014/main" id="{92D52BD9-DFA6-1D48-973A-A6C3C874E805}"/>
              </a:ext>
            </a:extLst>
          </p:cNvPr>
          <p:cNvSpPr>
            <a:spLocks noGrp="1"/>
          </p:cNvSpPr>
          <p:nvPr>
            <p:ph idx="18" hasCustomPrompt="1"/>
          </p:nvPr>
        </p:nvSpPr>
        <p:spPr>
          <a:xfrm>
            <a:off x="384694" y="1286358"/>
            <a:ext cx="5532119" cy="4994125"/>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9" name="Footer Placeholder 4">
            <a:extLst>
              <a:ext uri="{FF2B5EF4-FFF2-40B4-BE49-F238E27FC236}">
                <a16:creationId xmlns:a16="http://schemas.microsoft.com/office/drawing/2014/main" id="{7F2D66EE-4D77-E145-9576-4E9D03CE46FE}"/>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9" name="Slide Number Placeholder 5">
            <a:extLst>
              <a:ext uri="{FF2B5EF4-FFF2-40B4-BE49-F238E27FC236}">
                <a16:creationId xmlns:a16="http://schemas.microsoft.com/office/drawing/2014/main" id="{F54E4B32-E13F-4B83-8982-BF8073A1DC9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0" name="Graphic 9">
            <a:extLst>
              <a:ext uri="{FF2B5EF4-FFF2-40B4-BE49-F238E27FC236}">
                <a16:creationId xmlns:a16="http://schemas.microsoft.com/office/drawing/2014/main" id="{AC061BF7-30ED-394B-918A-D1835A35BE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9479283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hree Column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DEBE655-8CD4-3111-DF6A-4F3DB7213B75}"/>
              </a:ext>
            </a:extLst>
          </p:cNvPr>
          <p:cNvGraphicFramePr>
            <a:graphicFrameLocks noChangeAspect="1"/>
          </p:cNvGraphicFramePr>
          <p:nvPr userDrawn="1">
            <p:custDataLst>
              <p:tags r:id="rId1"/>
            </p:custDataLst>
            <p:extLst>
              <p:ext uri="{D42A27DB-BD31-4B8C-83A1-F6EECF244321}">
                <p14:modId xmlns:p14="http://schemas.microsoft.com/office/powerpoint/2010/main" val="13459459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4DEBE655-8CD4-3111-DF6A-4F3DB7213B7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6" name="Content Placeholder 2">
            <a:extLst>
              <a:ext uri="{FF2B5EF4-FFF2-40B4-BE49-F238E27FC236}">
                <a16:creationId xmlns:a16="http://schemas.microsoft.com/office/drawing/2014/main" id="{C2AC1106-6E0D-B341-B75A-C8C2F73E3F26}"/>
              </a:ext>
            </a:extLst>
          </p:cNvPr>
          <p:cNvSpPr>
            <a:spLocks noGrp="1"/>
          </p:cNvSpPr>
          <p:nvPr>
            <p:ph idx="19" hasCustomPrompt="1"/>
          </p:nvPr>
        </p:nvSpPr>
        <p:spPr>
          <a:xfrm>
            <a:off x="384694" y="1702626"/>
            <a:ext cx="3621024" cy="4577857"/>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8" name="Content Placeholder 2">
            <a:extLst>
              <a:ext uri="{FF2B5EF4-FFF2-40B4-BE49-F238E27FC236}">
                <a16:creationId xmlns:a16="http://schemas.microsoft.com/office/drawing/2014/main" id="{ABC0DBC1-9787-6A4E-A4B1-E0E8BE5E8F02}"/>
              </a:ext>
            </a:extLst>
          </p:cNvPr>
          <p:cNvSpPr>
            <a:spLocks noGrp="1"/>
          </p:cNvSpPr>
          <p:nvPr>
            <p:ph idx="20" hasCustomPrompt="1"/>
          </p:nvPr>
        </p:nvSpPr>
        <p:spPr>
          <a:xfrm>
            <a:off x="8102230"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9" name="Content Placeholder 2">
            <a:extLst>
              <a:ext uri="{FF2B5EF4-FFF2-40B4-BE49-F238E27FC236}">
                <a16:creationId xmlns:a16="http://schemas.microsoft.com/office/drawing/2014/main" id="{88B0BB6F-D4FA-D54D-A387-A1834DE59B82}"/>
              </a:ext>
            </a:extLst>
          </p:cNvPr>
          <p:cNvSpPr>
            <a:spLocks noGrp="1"/>
          </p:cNvSpPr>
          <p:nvPr>
            <p:ph idx="21" hasCustomPrompt="1"/>
          </p:nvPr>
        </p:nvSpPr>
        <p:spPr>
          <a:xfrm>
            <a:off x="4243462" y="1702627"/>
            <a:ext cx="3621024" cy="4577856"/>
          </a:xfrm>
          <a:prstGeom prst="rect">
            <a:avLst/>
          </a:prstGeom>
        </p:spPr>
        <p:txBody>
          <a:bodyPr/>
          <a:lstStyle>
            <a:lvl1pPr marL="182880" indent="-182880">
              <a:lnSpc>
                <a:spcPct val="100000"/>
              </a:lnSpc>
              <a:spcBef>
                <a:spcPts val="1000"/>
              </a:spcBef>
              <a:defRPr sz="1600">
                <a:solidFill>
                  <a:schemeClr val="tx1"/>
                </a:solidFill>
                <a:latin typeface="+mj-lt"/>
              </a:defRPr>
            </a:lvl1pPr>
            <a:lvl2pPr marL="365760" indent="-182880">
              <a:lnSpc>
                <a:spcPct val="100000"/>
              </a:lnSpc>
              <a:spcBef>
                <a:spcPts val="800"/>
              </a:spcBef>
              <a:buFont typeface="Arial" panose="020B0604020202020204" pitchFamily="34" charset="0"/>
              <a:buChar char="-"/>
              <a:defRPr sz="1600">
                <a:solidFill>
                  <a:schemeClr val="tx1"/>
                </a:solidFill>
                <a:latin typeface="+mj-lt"/>
              </a:defRPr>
            </a:lvl2pPr>
            <a:lvl3pPr marL="548640" indent="-182880">
              <a:lnSpc>
                <a:spcPct val="100000"/>
              </a:lnSpc>
              <a:spcBef>
                <a:spcPts val="800"/>
              </a:spcBef>
              <a:buFont typeface="Arial" panose="020B0604020202020204" pitchFamily="34" charset="0"/>
              <a:buChar char="›"/>
              <a:defRPr sz="1600">
                <a:solidFill>
                  <a:schemeClr val="tx1"/>
                </a:solidFill>
                <a:latin typeface="+mj-lt"/>
              </a:defRPr>
            </a:lvl3pPr>
            <a:lvl4pPr marL="731520" indent="-182880">
              <a:lnSpc>
                <a:spcPct val="100000"/>
              </a:lnSpc>
              <a:spcBef>
                <a:spcPts val="800"/>
              </a:spcBef>
              <a:buFont typeface="Arial" panose="020B0604020202020204" pitchFamily="34" charset="0"/>
              <a:buChar char="»"/>
              <a:defRPr sz="1600">
                <a:solidFill>
                  <a:schemeClr val="tx1"/>
                </a:solidFill>
                <a:latin typeface="+mj-lt"/>
              </a:defRPr>
            </a:lvl4pPr>
            <a:lvl5pPr marL="914400" indent="-182880">
              <a:lnSpc>
                <a:spcPct val="100000"/>
              </a:lnSpc>
              <a:spcBef>
                <a:spcPts val="800"/>
              </a:spcBef>
              <a:buSzPct val="75000"/>
              <a:buFont typeface="Wingdings" panose="05000000000000000000" pitchFamily="2" charset="2"/>
              <a:buChar char="§"/>
              <a:defRPr sz="1600">
                <a:solidFill>
                  <a:schemeClr val="tx1"/>
                </a:solidFill>
                <a:latin typeface="+mj-lt"/>
              </a:defRPr>
            </a:lvl5pPr>
          </a:lstStyle>
          <a:p>
            <a:pPr lvl="0"/>
            <a:r>
              <a:rPr lang="en-US"/>
              <a:t>Noto Sans 16pt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14"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5"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61" name="Footer Placeholder 4">
            <a:extLst>
              <a:ext uri="{FF2B5EF4-FFF2-40B4-BE49-F238E27FC236}">
                <a16:creationId xmlns:a16="http://schemas.microsoft.com/office/drawing/2014/main" id="{2B619D02-ECD0-CE4F-A007-98E4EF45BF9C}"/>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3" name="Slide Number Placeholder 5">
            <a:extLst>
              <a:ext uri="{FF2B5EF4-FFF2-40B4-BE49-F238E27FC236}">
                <a16:creationId xmlns:a16="http://schemas.microsoft.com/office/drawing/2014/main" id="{C02E0708-4D86-44F8-B4F9-1E6BEA5F151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11" name="Graphic 10">
            <a:extLst>
              <a:ext uri="{FF2B5EF4-FFF2-40B4-BE49-F238E27FC236}">
                <a16:creationId xmlns:a16="http://schemas.microsoft.com/office/drawing/2014/main" id="{DF16763F-C469-814B-B3F1-2A463EAEA87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9062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itle 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35F4ACCC-7F14-F438-ACE2-3F9BADE4A0E8}"/>
              </a:ext>
            </a:extLst>
          </p:cNvPr>
          <p:cNvGraphicFramePr>
            <a:graphicFrameLocks noChangeAspect="1"/>
          </p:cNvGraphicFramePr>
          <p:nvPr userDrawn="1">
            <p:custDataLst>
              <p:tags r:id="rId1"/>
            </p:custDataLst>
            <p:extLst>
              <p:ext uri="{D42A27DB-BD31-4B8C-83A1-F6EECF244321}">
                <p14:modId xmlns:p14="http://schemas.microsoft.com/office/powerpoint/2010/main" val="207565690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35F4ACCC-7F14-F438-ACE2-3F9BADE4A0E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1" name="Title 1"/>
          <p:cNvSpPr>
            <a:spLocks noGrp="1"/>
          </p:cNvSpPr>
          <p:nvPr>
            <p:ph type="title" hasCustomPrompt="1"/>
          </p:nvPr>
        </p:nvSpPr>
        <p:spPr>
          <a:xfrm>
            <a:off x="384694" y="294468"/>
            <a:ext cx="11338560" cy="768263"/>
          </a:xfrm>
          <a:prstGeom prst="rect">
            <a:avLst/>
          </a:prstGeom>
        </p:spPr>
        <p:txBody>
          <a:bodyPr vert="horz" lIns="91440" tIns="45720" rIns="91440" bIns="45720" anchor="b" anchorCtr="0"/>
          <a:lstStyle>
            <a:lvl1pPr>
              <a:defRPr sz="2800" b="1">
                <a:solidFill>
                  <a:schemeClr val="tx1"/>
                </a:solidFill>
                <a:latin typeface="+mj-lt"/>
              </a:defRPr>
            </a:lvl1pPr>
          </a:lstStyle>
          <a:p>
            <a:r>
              <a:rPr lang="en-US"/>
              <a:t>Headlines are 28pt Noto Sans Bold sentence case</a:t>
            </a:r>
          </a:p>
        </p:txBody>
      </p:sp>
      <p:sp>
        <p:nvSpPr>
          <p:cNvPr id="53" name="Footer Placeholder 4">
            <a:extLst>
              <a:ext uri="{FF2B5EF4-FFF2-40B4-BE49-F238E27FC236}">
                <a16:creationId xmlns:a16="http://schemas.microsoft.com/office/drawing/2014/main" id="{B43D20F7-04AA-0E4D-91D5-5DB9ECAF95F0}"/>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29" name="Slide Number Placeholder 5">
            <a:extLst>
              <a:ext uri="{FF2B5EF4-FFF2-40B4-BE49-F238E27FC236}">
                <a16:creationId xmlns:a16="http://schemas.microsoft.com/office/drawing/2014/main" id="{5EA968B8-FA3A-4F62-92E8-E94086C1347B}"/>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7" name="Graphic 6">
            <a:extLst>
              <a:ext uri="{FF2B5EF4-FFF2-40B4-BE49-F238E27FC236}">
                <a16:creationId xmlns:a16="http://schemas.microsoft.com/office/drawing/2014/main" id="{D12220C1-1EAE-C14B-89F3-9751E5993BA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778182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Subhead_Only - IQVIA">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7F36D22-2A16-B58B-E2E7-CC2E4CF2DC3C}"/>
              </a:ext>
            </a:extLst>
          </p:cNvPr>
          <p:cNvGraphicFramePr>
            <a:graphicFrameLocks noChangeAspect="1"/>
          </p:cNvGraphicFramePr>
          <p:nvPr userDrawn="1">
            <p:custDataLst>
              <p:tags r:id="rId1"/>
            </p:custDataLst>
            <p:extLst>
              <p:ext uri="{D42A27DB-BD31-4B8C-83A1-F6EECF244321}">
                <p14:modId xmlns:p14="http://schemas.microsoft.com/office/powerpoint/2010/main" val="5323341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A7F36D22-2A16-B58B-E2E7-CC2E4CF2DC3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2" name="Text Placeholder 8"/>
          <p:cNvSpPr>
            <a:spLocks noGrp="1"/>
          </p:cNvSpPr>
          <p:nvPr>
            <p:ph type="body" sz="quarter" idx="16" hasCustomPrompt="1"/>
          </p:nvPr>
        </p:nvSpPr>
        <p:spPr>
          <a:xfrm>
            <a:off x="384694" y="1081826"/>
            <a:ext cx="11338560" cy="402336"/>
          </a:xfrm>
          <a:prstGeom prst="rect">
            <a:avLst/>
          </a:prstGeom>
        </p:spPr>
        <p:txBody>
          <a:bodyPr/>
          <a:lstStyle>
            <a:lvl1pPr marL="0" indent="0">
              <a:spcBef>
                <a:spcPts val="0"/>
              </a:spcBef>
              <a:buNone/>
              <a:defRPr sz="2000" i="1" baseline="0">
                <a:solidFill>
                  <a:schemeClr val="accent2"/>
                </a:solidFill>
                <a:latin typeface="+mj-lt"/>
              </a:defRPr>
            </a:lvl1pPr>
          </a:lstStyle>
          <a:p>
            <a:pPr lvl="0"/>
            <a:r>
              <a:rPr lang="en-US"/>
              <a:t>Subheads are 20pt Noto Sans Italic sentence case</a:t>
            </a:r>
          </a:p>
        </p:txBody>
      </p:sp>
      <p:sp>
        <p:nvSpPr>
          <p:cNvPr id="13" name="Title 1"/>
          <p:cNvSpPr>
            <a:spLocks noGrp="1"/>
          </p:cNvSpPr>
          <p:nvPr>
            <p:ph type="title" hasCustomPrompt="1"/>
          </p:nvPr>
        </p:nvSpPr>
        <p:spPr>
          <a:xfrm>
            <a:off x="384694" y="294468"/>
            <a:ext cx="11338560" cy="768263"/>
          </a:xfrm>
          <a:prstGeom prst="rect">
            <a:avLst/>
          </a:prstGeom>
        </p:spPr>
        <p:txBody>
          <a:bodyPr vert="horz" anchor="b" anchorCtr="0"/>
          <a:lstStyle>
            <a:lvl1pPr>
              <a:defRPr sz="2800" b="1">
                <a:solidFill>
                  <a:schemeClr val="tx1"/>
                </a:solidFill>
                <a:latin typeface="+mj-lt"/>
              </a:defRPr>
            </a:lvl1pPr>
          </a:lstStyle>
          <a:p>
            <a:r>
              <a:rPr lang="en-US"/>
              <a:t>Headlines are 28pt Noto Sans Bold sentence case</a:t>
            </a:r>
          </a:p>
        </p:txBody>
      </p:sp>
      <p:sp>
        <p:nvSpPr>
          <p:cNvPr id="55" name="Footer Placeholder 4">
            <a:extLst>
              <a:ext uri="{FF2B5EF4-FFF2-40B4-BE49-F238E27FC236}">
                <a16:creationId xmlns:a16="http://schemas.microsoft.com/office/drawing/2014/main" id="{76ED9213-76D9-7A47-BBC6-21289543AEB2}"/>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5" name="Slide Number Placeholder 5">
            <a:extLst>
              <a:ext uri="{FF2B5EF4-FFF2-40B4-BE49-F238E27FC236}">
                <a16:creationId xmlns:a16="http://schemas.microsoft.com/office/drawing/2014/main" id="{1E387831-BA5F-49F6-AA7A-A7D23D1B4F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8" name="Graphic 7">
            <a:extLst>
              <a:ext uri="{FF2B5EF4-FFF2-40B4-BE49-F238E27FC236}">
                <a16:creationId xmlns:a16="http://schemas.microsoft.com/office/drawing/2014/main" id="{BCBCE073-12D8-9D4F-9B15-2F9BE4AC35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19936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Logo Only - IQVIA">
    <p:spTree>
      <p:nvGrpSpPr>
        <p:cNvPr id="1" name=""/>
        <p:cNvGrpSpPr/>
        <p:nvPr/>
      </p:nvGrpSpPr>
      <p:grpSpPr>
        <a:xfrm>
          <a:off x="0" y="0"/>
          <a:ext cx="0" cy="0"/>
          <a:chOff x="0" y="0"/>
          <a:chExt cx="0" cy="0"/>
        </a:xfrm>
      </p:grpSpPr>
      <p:sp>
        <p:nvSpPr>
          <p:cNvPr id="53" name="Footer Placeholder 4">
            <a:extLst>
              <a:ext uri="{FF2B5EF4-FFF2-40B4-BE49-F238E27FC236}">
                <a16:creationId xmlns:a16="http://schemas.microsoft.com/office/drawing/2014/main" id="{EBE92459-5CCD-6042-9D0E-BAC9DA03F841}"/>
              </a:ext>
            </a:extLst>
          </p:cNvPr>
          <p:cNvSpPr>
            <a:spLocks noGrp="1"/>
          </p:cNvSpPr>
          <p:nvPr>
            <p:ph type="ftr" sz="quarter" idx="3"/>
          </p:nvPr>
        </p:nvSpPr>
        <p:spPr bwMode="gray">
          <a:xfrm>
            <a:off x="384694" y="6387858"/>
            <a:ext cx="928548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31" name="Slide Number Placeholder 5">
            <a:extLst>
              <a:ext uri="{FF2B5EF4-FFF2-40B4-BE49-F238E27FC236}">
                <a16:creationId xmlns:a16="http://schemas.microsoft.com/office/drawing/2014/main" id="{75C2CC54-E1EC-4DF9-A3B0-2009DB97279A}"/>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6" name="Graphic 5">
            <a:extLst>
              <a:ext uri="{FF2B5EF4-FFF2-40B4-BE49-F238E27FC236}">
                <a16:creationId xmlns:a16="http://schemas.microsoft.com/office/drawing/2014/main" id="{A8B63251-79DB-3544-890F-9DDA614A5D8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2256368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Blank - IQVIA">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2DEFF783-1996-4984-99EE-7B1AC1AE1A34}"/>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spTree>
    <p:extLst>
      <p:ext uri="{BB962C8B-B14F-4D97-AF65-F5344CB8AC3E}">
        <p14:creationId xmlns:p14="http://schemas.microsoft.com/office/powerpoint/2010/main" val="30231691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of Contents-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81769164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CE108673-A841-F2DC-4C63-9BA3E20F4525}"/>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0376299" y="6535995"/>
            <a:ext cx="1143000" cy="215900"/>
          </a:xfrm>
          <a:prstGeom prst="rect">
            <a:avLst/>
          </a:prstGeom>
        </p:spPr>
      </p:pic>
    </p:spTree>
    <p:extLst>
      <p:ext uri="{BB962C8B-B14F-4D97-AF65-F5344CB8AC3E}">
        <p14:creationId xmlns:p14="http://schemas.microsoft.com/office/powerpoint/2010/main" val="3880695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able of Contents-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39225619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4" name="Content Placeholder 2">
            <a:extLst>
              <a:ext uri="{FF2B5EF4-FFF2-40B4-BE49-F238E27FC236}">
                <a16:creationId xmlns:a16="http://schemas.microsoft.com/office/drawing/2014/main" id="{FC9B35E8-F292-2B42-952E-06F2F248C602}"/>
              </a:ext>
            </a:extLst>
          </p:cNvPr>
          <p:cNvSpPr>
            <a:spLocks noGrp="1"/>
          </p:cNvSpPr>
          <p:nvPr>
            <p:ph idx="1" hasCustomPrompt="1"/>
          </p:nvPr>
        </p:nvSpPr>
        <p:spPr>
          <a:xfrm>
            <a:off x="1962418" y="1561892"/>
            <a:ext cx="91639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Tree>
    <p:extLst>
      <p:ext uri="{BB962C8B-B14F-4D97-AF65-F5344CB8AC3E}">
        <p14:creationId xmlns:p14="http://schemas.microsoft.com/office/powerpoint/2010/main" val="240879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able of Contents_Two Column-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5126482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2" name="Content Placeholder 2">
            <a:extLst>
              <a:ext uri="{FF2B5EF4-FFF2-40B4-BE49-F238E27FC236}">
                <a16:creationId xmlns:a16="http://schemas.microsoft.com/office/drawing/2014/main" id="{FB18EDB9-5623-FD23-8C0E-AA29EDA7A30A}"/>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F3149A18-341D-DEE9-36AF-B20C2CF51C83}"/>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5" name="Picture Placeholder 4">
            <a:extLst>
              <a:ext uri="{FF2B5EF4-FFF2-40B4-BE49-F238E27FC236}">
                <a16:creationId xmlns:a16="http://schemas.microsoft.com/office/drawing/2014/main" id="{6D3F2401-B526-950D-C991-D2062E340CC8}"/>
              </a:ext>
            </a:extLst>
          </p:cNvPr>
          <p:cNvSpPr>
            <a:spLocks noGrp="1"/>
          </p:cNvSpPr>
          <p:nvPr>
            <p:ph type="pic" sz="quarter" idx="14" hasCustomPrompt="1"/>
          </p:nvPr>
        </p:nvSpPr>
        <p:spPr>
          <a:xfrm>
            <a:off x="0" y="0"/>
            <a:ext cx="1304263" cy="2595880"/>
          </a:xfrm>
          <a:custGeom>
            <a:avLst/>
            <a:gdLst>
              <a:gd name="connsiteX0" fmla="*/ 0 w 1304263"/>
              <a:gd name="connsiteY0" fmla="*/ 0 h 2595880"/>
              <a:gd name="connsiteX1" fmla="*/ 6322 w 1304263"/>
              <a:gd name="connsiteY1" fmla="*/ 0 h 2595880"/>
              <a:gd name="connsiteX2" fmla="*/ 1304263 w 1304263"/>
              <a:gd name="connsiteY2" fmla="*/ 1297940 h 2595880"/>
              <a:gd name="connsiteX3" fmla="*/ 1304263 w 1304263"/>
              <a:gd name="connsiteY3" fmla="*/ 1297940 h 2595880"/>
              <a:gd name="connsiteX4" fmla="*/ 6322 w 1304263"/>
              <a:gd name="connsiteY4" fmla="*/ 2595880 h 2595880"/>
              <a:gd name="connsiteX5" fmla="*/ 0 w 1304263"/>
              <a:gd name="connsiteY5" fmla="*/ 2595880 h 2595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04263" h="2595880">
                <a:moveTo>
                  <a:pt x="0" y="0"/>
                </a:moveTo>
                <a:lnTo>
                  <a:pt x="6322" y="0"/>
                </a:lnTo>
                <a:cubicBezTo>
                  <a:pt x="723155" y="0"/>
                  <a:pt x="1304263" y="581108"/>
                  <a:pt x="1304263" y="1297940"/>
                </a:cubicBezTo>
                <a:lnTo>
                  <a:pt x="1304263" y="1297940"/>
                </a:lnTo>
                <a:cubicBezTo>
                  <a:pt x="1304263" y="2014773"/>
                  <a:pt x="723155" y="2595880"/>
                  <a:pt x="6322" y="2595880"/>
                </a:cubicBezTo>
                <a:lnTo>
                  <a:pt x="0" y="2595880"/>
                </a:ln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5864249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able of Contents_Two Column-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49792B7-65B3-A8E0-6011-DDC2A04AF217}"/>
              </a:ext>
            </a:extLst>
          </p:cNvPr>
          <p:cNvGraphicFramePr>
            <a:graphicFrameLocks noChangeAspect="1"/>
          </p:cNvGraphicFramePr>
          <p:nvPr userDrawn="1">
            <p:custDataLst>
              <p:tags r:id="rId1"/>
            </p:custDataLst>
            <p:extLst>
              <p:ext uri="{D42A27DB-BD31-4B8C-83A1-F6EECF244321}">
                <p14:modId xmlns:p14="http://schemas.microsoft.com/office/powerpoint/2010/main" val="63452768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049792B7-65B3-A8E0-6011-DDC2A04AF21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7" name="Title 3">
            <a:extLst>
              <a:ext uri="{FF2B5EF4-FFF2-40B4-BE49-F238E27FC236}">
                <a16:creationId xmlns:a16="http://schemas.microsoft.com/office/drawing/2014/main" id="{7A9E8FF8-48AE-4B47-8CBF-17FB49CF53F8}"/>
              </a:ext>
            </a:extLst>
          </p:cNvPr>
          <p:cNvSpPr>
            <a:spLocks noGrp="1"/>
          </p:cNvSpPr>
          <p:nvPr>
            <p:ph type="title" hasCustomPrompt="1"/>
          </p:nvPr>
        </p:nvSpPr>
        <p:spPr>
          <a:xfrm>
            <a:off x="1962418" y="823398"/>
            <a:ext cx="9163983" cy="594360"/>
          </a:xfrm>
          <a:prstGeom prst="rect">
            <a:avLst/>
          </a:prstGeom>
        </p:spPr>
        <p:txBody>
          <a:bodyPr vert="horz" anchor="ctr"/>
          <a:lstStyle>
            <a:lvl1pPr>
              <a:defRPr sz="32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Table of contents or Agenda</a:t>
            </a:r>
          </a:p>
        </p:txBody>
      </p:sp>
      <p:sp>
        <p:nvSpPr>
          <p:cNvPr id="56" name="Slide Number Placeholder 5">
            <a:extLst>
              <a:ext uri="{FF2B5EF4-FFF2-40B4-BE49-F238E27FC236}">
                <a16:creationId xmlns:a16="http://schemas.microsoft.com/office/drawing/2014/main" id="{030699F5-6B57-4BC7-B774-B8F85B96214D}"/>
              </a:ext>
            </a:extLst>
          </p:cNvPr>
          <p:cNvSpPr txBox="1">
            <a:spLocks/>
          </p:cNvSpPr>
          <p:nvPr/>
        </p:nvSpPr>
        <p:spPr bwMode="white">
          <a:xfrm>
            <a:off x="11723254" y="6544746"/>
            <a:ext cx="353088" cy="177800"/>
          </a:xfrm>
          <a:prstGeom prst="rect">
            <a:avLst/>
          </a:prstGeom>
        </p:spPr>
        <p:txBody>
          <a:bodyPr vert="horz" lIns="0" tIns="0" rIns="0" bIns="0" rtlCol="0" anchor="ctr"/>
          <a:lstStyle>
            <a:defPPr>
              <a:defRPr lang="en-US"/>
            </a:defPPr>
            <a:lvl1pPr marL="0" algn="r" defTabSz="914400" rtl="0" eaLnBrk="1" latinLnBrk="0" hangingPunct="1">
              <a:defRPr sz="1100" b="1" kern="1200">
                <a:solidFill>
                  <a:schemeClr val="tx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C5C7A9E-C6A9-4A9D-A8BC-E29E91AD59EE}" type="slidenum">
              <a:rPr lang="en-US" sz="800" b="0" smtClean="0">
                <a:solidFill>
                  <a:srgbClr val="959CA0"/>
                </a:solidFill>
                <a:latin typeface="+mj-lt"/>
              </a:rPr>
              <a:t>‹#›</a:t>
            </a:fld>
            <a:endParaRPr lang="en-US" sz="800" b="0">
              <a:solidFill>
                <a:srgbClr val="959CA0"/>
              </a:solidFill>
              <a:latin typeface="+mj-lt"/>
            </a:endParaRPr>
          </a:p>
        </p:txBody>
      </p:sp>
      <p:pic>
        <p:nvPicPr>
          <p:cNvPr id="34" name="Graphic 33">
            <a:extLst>
              <a:ext uri="{FF2B5EF4-FFF2-40B4-BE49-F238E27FC236}">
                <a16:creationId xmlns:a16="http://schemas.microsoft.com/office/drawing/2014/main" id="{18FC357D-3DB1-1B43-8FB6-6F70286F7466}"/>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376299" y="6535995"/>
            <a:ext cx="1143000" cy="215900"/>
          </a:xfrm>
          <a:prstGeom prst="rect">
            <a:avLst/>
          </a:prstGeom>
        </p:spPr>
      </p:pic>
      <p:sp>
        <p:nvSpPr>
          <p:cNvPr id="33" name="Freeform: Shape 32">
            <a:extLst>
              <a:ext uri="{FF2B5EF4-FFF2-40B4-BE49-F238E27FC236}">
                <a16:creationId xmlns:a16="http://schemas.microsoft.com/office/drawing/2014/main" id="{9123A0F2-7503-B8DD-283A-DEA0EB4EB5EA}"/>
              </a:ext>
            </a:extLst>
          </p:cNvPr>
          <p:cNvSpPr/>
          <p:nvPr userDrawn="1"/>
        </p:nvSpPr>
        <p:spPr>
          <a:xfrm rot="18900000" flipH="1">
            <a:off x="-594083" y="523938"/>
            <a:ext cx="1527403" cy="2007154"/>
          </a:xfrm>
          <a:custGeom>
            <a:avLst/>
            <a:gdLst>
              <a:gd name="connsiteX0" fmla="*/ 0 w 1527403"/>
              <a:gd name="connsiteY0" fmla="*/ 0 h 2007154"/>
              <a:gd name="connsiteX1" fmla="*/ 0 w 1527403"/>
              <a:gd name="connsiteY1" fmla="*/ 1210251 h 2007154"/>
              <a:gd name="connsiteX2" fmla="*/ 796903 w 1527403"/>
              <a:gd name="connsiteY2" fmla="*/ 2007154 h 2007154"/>
              <a:gd name="connsiteX3" fmla="*/ 1457708 w 1527403"/>
              <a:gd name="connsiteY3" fmla="*/ 1655807 h 2007154"/>
              <a:gd name="connsiteX4" fmla="*/ 1527403 w 1527403"/>
              <a:gd name="connsiteY4" fmla="*/ 1527403 h 200715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7403" h="2007154">
                <a:moveTo>
                  <a:pt x="0" y="0"/>
                </a:moveTo>
                <a:lnTo>
                  <a:pt x="0" y="1210251"/>
                </a:lnTo>
                <a:cubicBezTo>
                  <a:pt x="0" y="1650368"/>
                  <a:pt x="356786" y="2007154"/>
                  <a:pt x="796903" y="2007154"/>
                </a:cubicBezTo>
                <a:cubicBezTo>
                  <a:pt x="1071976" y="2007154"/>
                  <a:pt x="1314498" y="1867785"/>
                  <a:pt x="1457708" y="1655807"/>
                </a:cubicBezTo>
                <a:lnTo>
                  <a:pt x="1527403" y="1527403"/>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32" name="Freeform: Shape 31">
            <a:extLst>
              <a:ext uri="{FF2B5EF4-FFF2-40B4-BE49-F238E27FC236}">
                <a16:creationId xmlns:a16="http://schemas.microsoft.com/office/drawing/2014/main" id="{301576D0-87DC-3682-FFCD-2F2E6A1F2A94}"/>
              </a:ext>
            </a:extLst>
          </p:cNvPr>
          <p:cNvSpPr/>
          <p:nvPr userDrawn="1"/>
        </p:nvSpPr>
        <p:spPr>
          <a:xfrm rot="18900000" flipH="1">
            <a:off x="142114" y="2067490"/>
            <a:ext cx="592131" cy="1831489"/>
          </a:xfrm>
          <a:custGeom>
            <a:avLst/>
            <a:gdLst>
              <a:gd name="connsiteX0" fmla="*/ 0 w 592131"/>
              <a:gd name="connsiteY0" fmla="*/ 0 h 1831489"/>
              <a:gd name="connsiteX1" fmla="*/ 0 w 592131"/>
              <a:gd name="connsiteY1" fmla="*/ 1535422 h 1831489"/>
              <a:gd name="connsiteX2" fmla="*/ 296066 w 592131"/>
              <a:gd name="connsiteY2" fmla="*/ 1831488 h 1831489"/>
              <a:gd name="connsiteX3" fmla="*/ 296065 w 592131"/>
              <a:gd name="connsiteY3" fmla="*/ 1831489 h 1831489"/>
              <a:gd name="connsiteX4" fmla="*/ 592131 w 592131"/>
              <a:gd name="connsiteY4" fmla="*/ 1535423 h 1831489"/>
              <a:gd name="connsiteX5" fmla="*/ 592131 w 592131"/>
              <a:gd name="connsiteY5" fmla="*/ 592131 h 183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2131" h="1831489">
                <a:moveTo>
                  <a:pt x="0" y="0"/>
                </a:moveTo>
                <a:lnTo>
                  <a:pt x="0" y="1535422"/>
                </a:lnTo>
                <a:cubicBezTo>
                  <a:pt x="0" y="1698935"/>
                  <a:pt x="132553" y="1831488"/>
                  <a:pt x="296066" y="1831488"/>
                </a:cubicBezTo>
                <a:lnTo>
                  <a:pt x="296065" y="1831489"/>
                </a:lnTo>
                <a:cubicBezTo>
                  <a:pt x="459578" y="1831489"/>
                  <a:pt x="592131" y="1698936"/>
                  <a:pt x="592131" y="1535423"/>
                </a:cubicBezTo>
                <a:lnTo>
                  <a:pt x="592131" y="59213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41" name="Freeform: Shape 40">
            <a:extLst>
              <a:ext uri="{FF2B5EF4-FFF2-40B4-BE49-F238E27FC236}">
                <a16:creationId xmlns:a16="http://schemas.microsoft.com/office/drawing/2014/main" id="{46560C56-9182-2FB8-A10A-9F4D9E9AE16F}"/>
              </a:ext>
            </a:extLst>
          </p:cNvPr>
          <p:cNvSpPr/>
          <p:nvPr userDrawn="1"/>
        </p:nvSpPr>
        <p:spPr>
          <a:xfrm rot="18900000" flipH="1">
            <a:off x="-769846" y="488813"/>
            <a:ext cx="2386628" cy="2423999"/>
          </a:xfrm>
          <a:custGeom>
            <a:avLst/>
            <a:gdLst>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6" fmla="*/ 381533 w 2386628"/>
              <a:gd name="connsiteY6" fmla="*/ 91440 h 2714092"/>
              <a:gd name="connsiteX0" fmla="*/ 290093 w 2386628"/>
              <a:gd name="connsiteY0" fmla="*/ 0 h 2714092"/>
              <a:gd name="connsiteX1" fmla="*/ 0 w 2386628"/>
              <a:gd name="connsiteY1" fmla="*/ 290093 h 2714092"/>
              <a:gd name="connsiteX2" fmla="*/ 0 w 2386628"/>
              <a:gd name="connsiteY2" fmla="*/ 1423811 h 2714092"/>
              <a:gd name="connsiteX3" fmla="*/ 1290281 w 2386628"/>
              <a:gd name="connsiteY3" fmla="*/ 2714092 h 2714092"/>
              <a:gd name="connsiteX4" fmla="*/ 2360202 w 2386628"/>
              <a:gd name="connsiteY4" fmla="*/ 2145220 h 2714092"/>
              <a:gd name="connsiteX5" fmla="*/ 2386628 w 2386628"/>
              <a:gd name="connsiteY5" fmla="*/ 2096534 h 2714092"/>
              <a:gd name="connsiteX0" fmla="*/ 0 w 2386628"/>
              <a:gd name="connsiteY0" fmla="*/ 0 h 2423999"/>
              <a:gd name="connsiteX1" fmla="*/ 0 w 2386628"/>
              <a:gd name="connsiteY1" fmla="*/ 1133718 h 2423999"/>
              <a:gd name="connsiteX2" fmla="*/ 1290281 w 2386628"/>
              <a:gd name="connsiteY2" fmla="*/ 2423999 h 2423999"/>
              <a:gd name="connsiteX3" fmla="*/ 2360202 w 2386628"/>
              <a:gd name="connsiteY3" fmla="*/ 1855127 h 2423999"/>
              <a:gd name="connsiteX4" fmla="*/ 2386628 w 2386628"/>
              <a:gd name="connsiteY4" fmla="*/ 1806441 h 24239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86628" h="2423999">
                <a:moveTo>
                  <a:pt x="0" y="0"/>
                </a:moveTo>
                <a:lnTo>
                  <a:pt x="0" y="1133718"/>
                </a:lnTo>
                <a:cubicBezTo>
                  <a:pt x="0" y="1846321"/>
                  <a:pt x="577678" y="2423999"/>
                  <a:pt x="1290281" y="2423999"/>
                </a:cubicBezTo>
                <a:cubicBezTo>
                  <a:pt x="1735658" y="2423999"/>
                  <a:pt x="2128330" y="2198344"/>
                  <a:pt x="2360202" y="1855127"/>
                </a:cubicBezTo>
                <a:lnTo>
                  <a:pt x="2386628" y="1806441"/>
                </a:lnTo>
              </a:path>
            </a:pathLst>
          </a:custGeom>
          <a:no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Content Placeholder 2">
            <a:extLst>
              <a:ext uri="{FF2B5EF4-FFF2-40B4-BE49-F238E27FC236}">
                <a16:creationId xmlns:a16="http://schemas.microsoft.com/office/drawing/2014/main" id="{84E2E184-492C-929D-E003-357173179E17}"/>
              </a:ext>
            </a:extLst>
          </p:cNvPr>
          <p:cNvSpPr>
            <a:spLocks noGrp="1"/>
          </p:cNvSpPr>
          <p:nvPr>
            <p:ph idx="1" hasCustomPrompt="1"/>
          </p:nvPr>
        </p:nvSpPr>
        <p:spPr>
          <a:xfrm>
            <a:off x="1962418" y="1561892"/>
            <a:ext cx="4442783"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
        <p:nvSpPr>
          <p:cNvPr id="4" name="Content Placeholder 2">
            <a:extLst>
              <a:ext uri="{FF2B5EF4-FFF2-40B4-BE49-F238E27FC236}">
                <a16:creationId xmlns:a16="http://schemas.microsoft.com/office/drawing/2014/main" id="{3FA0240A-CFE6-FB00-2FDA-AC356B39775C}"/>
              </a:ext>
            </a:extLst>
          </p:cNvPr>
          <p:cNvSpPr>
            <a:spLocks noGrp="1"/>
          </p:cNvSpPr>
          <p:nvPr>
            <p:ph idx="10" hasCustomPrompt="1"/>
          </p:nvPr>
        </p:nvSpPr>
        <p:spPr>
          <a:xfrm>
            <a:off x="6679523" y="1561892"/>
            <a:ext cx="4446878" cy="4712626"/>
          </a:xfrm>
          <a:prstGeom prst="rect">
            <a:avLst/>
          </a:prstGeom>
        </p:spPr>
        <p:txBody>
          <a:bodyPr/>
          <a:lstStyle>
            <a:lvl1pPr marL="182880" indent="-182880">
              <a:lnSpc>
                <a:spcPct val="100000"/>
              </a:lnSpc>
              <a:spcBef>
                <a:spcPts val="2000"/>
              </a:spcBef>
              <a:buClr>
                <a:schemeClr val="tx1"/>
              </a:buClr>
              <a:buFont typeface="Arial" panose="020B0604020202020204" pitchFamily="34" charset="0"/>
              <a:buChar char="•"/>
              <a:defRPr sz="1800">
                <a:solidFill>
                  <a:schemeClr val="tx1"/>
                </a:solidFill>
                <a:latin typeface="+mj-lt"/>
              </a:defRPr>
            </a:lvl1pPr>
            <a:lvl2pPr marL="365760" indent="-182880">
              <a:lnSpc>
                <a:spcPct val="100000"/>
              </a:lnSpc>
              <a:spcBef>
                <a:spcPts val="800"/>
              </a:spcBef>
              <a:buClr>
                <a:schemeClr val="tx1"/>
              </a:buClr>
              <a:buFont typeface="Arial" panose="020B0604020202020204" pitchFamily="34" charset="0"/>
              <a:buChar char="-"/>
              <a:defRPr sz="1600">
                <a:solidFill>
                  <a:schemeClr val="tx1"/>
                </a:solidFill>
                <a:latin typeface="+mj-lt"/>
              </a:defRPr>
            </a:lvl2pPr>
            <a:lvl3pPr marL="548640" indent="-182880">
              <a:lnSpc>
                <a:spcPct val="100000"/>
              </a:lnSpc>
              <a:spcBef>
                <a:spcPts val="800"/>
              </a:spcBef>
              <a:buClrTx/>
              <a:buFont typeface="Arial" panose="020B0604020202020204" pitchFamily="34" charset="0"/>
              <a:buChar char="›"/>
              <a:defRPr sz="1600">
                <a:solidFill>
                  <a:schemeClr val="tx1"/>
                </a:solidFill>
                <a:latin typeface="+mj-lt"/>
              </a:defRPr>
            </a:lvl3pPr>
            <a:lvl4pPr marL="731520" indent="-182880">
              <a:lnSpc>
                <a:spcPct val="100000"/>
              </a:lnSpc>
              <a:spcBef>
                <a:spcPts val="800"/>
              </a:spcBef>
              <a:buClrTx/>
              <a:buFont typeface="Arial" panose="020B0604020202020204" pitchFamily="34" charset="0"/>
              <a:buChar char="»"/>
              <a:defRPr sz="1600">
                <a:solidFill>
                  <a:schemeClr val="tx1"/>
                </a:solidFill>
                <a:latin typeface="+mj-lt"/>
              </a:defRPr>
            </a:lvl4pPr>
            <a:lvl5pPr marL="914400" indent="-182880">
              <a:lnSpc>
                <a:spcPct val="100000"/>
              </a:lnSpc>
              <a:spcBef>
                <a:spcPts val="800"/>
              </a:spcBef>
              <a:buClrTx/>
              <a:buSzPct val="75000"/>
              <a:buFont typeface="Wingdings" panose="05000000000000000000" pitchFamily="2" charset="2"/>
              <a:buChar char="§"/>
              <a:defRPr sz="1600">
                <a:solidFill>
                  <a:schemeClr val="tx1"/>
                </a:solidFill>
                <a:latin typeface="+mj-lt"/>
              </a:defRPr>
            </a:lvl5pPr>
          </a:lstStyle>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a:p>
            <a:pPr lvl="0"/>
            <a:r>
              <a:rPr lang="en-US"/>
              <a:t>Noto Sans 18pt bullet level 1</a:t>
            </a:r>
          </a:p>
          <a:p>
            <a:pPr lvl="1"/>
            <a:r>
              <a:rPr lang="en-US"/>
              <a:t>Noto Sans 16pt bullet level 2</a:t>
            </a:r>
          </a:p>
          <a:p>
            <a:pPr lvl="2"/>
            <a:r>
              <a:rPr lang="en-US"/>
              <a:t>Noto Sans 16pt bullet level 3</a:t>
            </a:r>
          </a:p>
          <a:p>
            <a:pPr lvl="3"/>
            <a:r>
              <a:rPr lang="en-US"/>
              <a:t>Noto Sans 16pt bullet level 4</a:t>
            </a:r>
          </a:p>
          <a:p>
            <a:pPr lvl="4"/>
            <a:r>
              <a:rPr lang="en-US"/>
              <a:t>Noto Sans 16pt bullet level 5</a:t>
            </a:r>
          </a:p>
        </p:txBody>
      </p:sp>
    </p:spTree>
    <p:extLst>
      <p:ext uri="{BB962C8B-B14F-4D97-AF65-F5344CB8AC3E}">
        <p14:creationId xmlns:p14="http://schemas.microsoft.com/office/powerpoint/2010/main" val="3713480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vider 2026-01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5995005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28">
            <a:extLst>
              <a:ext uri="{FF2B5EF4-FFF2-40B4-BE49-F238E27FC236}">
                <a16:creationId xmlns:a16="http://schemas.microsoft.com/office/drawing/2014/main" id="{676643F5-726A-FFCD-2BFA-CC1A4CD33F0B}"/>
              </a:ext>
            </a:extLst>
          </p:cNvPr>
          <p:cNvSpPr>
            <a:spLocks noGrp="1"/>
          </p:cNvSpPr>
          <p:nvPr>
            <p:ph type="pic" sz="quarter" idx="16" hasCustomPrompt="1"/>
          </p:nvPr>
        </p:nvSpPr>
        <p:spPr>
          <a:xfrm>
            <a:off x="0" y="0"/>
            <a:ext cx="12192000" cy="6858000"/>
          </a:xfrm>
          <a:prstGeom prst="rect">
            <a:avLst/>
          </a:prstGeom>
          <a:blipFill>
            <a:blip r:embed="rId5"/>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2" name="Title 1">
            <a:extLst>
              <a:ext uri="{FF2B5EF4-FFF2-40B4-BE49-F238E27FC236}">
                <a16:creationId xmlns:a16="http://schemas.microsoft.com/office/drawing/2014/main" id="{C0AC4D14-3967-FD0C-1A14-023CEB22AD99}"/>
              </a:ext>
            </a:extLst>
          </p:cNvPr>
          <p:cNvSpPr>
            <a:spLocks noGrp="1"/>
          </p:cNvSpPr>
          <p:nvPr>
            <p:ph type="title" hasCustomPrompt="1"/>
          </p:nvPr>
        </p:nvSpPr>
        <p:spPr bwMode="white">
          <a:xfrm>
            <a:off x="1600200" y="1777999"/>
            <a:ext cx="8991600" cy="3276600"/>
          </a:xfrm>
          <a:prstGeom prst="roundRect">
            <a:avLst>
              <a:gd name="adj" fmla="val 50000"/>
            </a:avLst>
          </a:prstGeom>
          <a:solidFill>
            <a:schemeClr val="bg1"/>
          </a:solidFill>
        </p:spPr>
        <p:txBody>
          <a:bodyPr vert="horz" anchor="ctr" anchorCtr="0"/>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grpSp>
        <p:nvGrpSpPr>
          <p:cNvPr id="13" name="Group 12">
            <a:extLst>
              <a:ext uri="{FF2B5EF4-FFF2-40B4-BE49-F238E27FC236}">
                <a16:creationId xmlns:a16="http://schemas.microsoft.com/office/drawing/2014/main" id="{347B9D2A-679A-E70D-9144-8C0F54653E8F}"/>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CEA2640E-0E16-4C21-EE61-8EF930D666F6}"/>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0BC0CB3D-38B0-E87C-E0DC-B9F5A8316D3C}"/>
                </a:ext>
              </a:extLst>
            </p:cNvPr>
            <p:cNvPicPr>
              <a:picLocks noChangeAspect="1"/>
            </p:cNvPicPr>
            <p:nvPr/>
          </p:nvPicPr>
          <p:blipFill>
            <a:blip r:embed="rId6"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A5001A2C-6752-AFA7-B7BC-2319DAFA955C}"/>
                </a:ext>
              </a:extLst>
            </p:cNvPr>
            <p:cNvPicPr>
              <a:picLocks noChangeAspect="1"/>
            </p:cNvPicPr>
            <p:nvPr/>
          </p:nvPicPr>
          <p:blipFill>
            <a:blip r:embed="rId7"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00990C55-0A66-82D8-F468-B3E71C880C41}"/>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3AEF32A3-382C-B1AC-3AC7-C4D38D4B755A}"/>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A58B7075-DFA4-FD08-29B2-A2110BC23927}"/>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826C4374-BB8B-CA6D-9A4C-E3F74A433249}"/>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2645048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vider 2026-02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1563079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FE17C5FF-0BB6-D8D6-AE85-A08D4A9073E9}"/>
              </a:ext>
            </a:extLst>
          </p:cNvPr>
          <p:cNvSpPr>
            <a:spLocks noGrp="1"/>
          </p:cNvSpPr>
          <p:nvPr>
            <p:ph type="pic" sz="quarter" idx="14" hasCustomPrompt="1"/>
          </p:nvPr>
        </p:nvSpPr>
        <p:spPr>
          <a:xfrm>
            <a:off x="0" y="486127"/>
            <a:ext cx="2957208" cy="5885746"/>
          </a:xfrm>
          <a:custGeom>
            <a:avLst/>
            <a:gdLst>
              <a:gd name="connsiteX0" fmla="*/ 0 w 2957208"/>
              <a:gd name="connsiteY0" fmla="*/ 0 h 5885746"/>
              <a:gd name="connsiteX1" fmla="*/ 14335 w 2957208"/>
              <a:gd name="connsiteY1" fmla="*/ 0 h 5885746"/>
              <a:gd name="connsiteX2" fmla="*/ 2957208 w 2957208"/>
              <a:gd name="connsiteY2" fmla="*/ 2942873 h 5885746"/>
              <a:gd name="connsiteX3" fmla="*/ 2957207 w 2957208"/>
              <a:gd name="connsiteY3" fmla="*/ 2942873 h 5885746"/>
              <a:gd name="connsiteX4" fmla="*/ 14334 w 2957208"/>
              <a:gd name="connsiteY4" fmla="*/ 5885746 h 5885746"/>
              <a:gd name="connsiteX5" fmla="*/ 0 w 2957208"/>
              <a:gd name="connsiteY5" fmla="*/ 5885746 h 5885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957208" h="5885746">
                <a:moveTo>
                  <a:pt x="0" y="0"/>
                </a:moveTo>
                <a:lnTo>
                  <a:pt x="14335" y="0"/>
                </a:lnTo>
                <a:cubicBezTo>
                  <a:pt x="1639639" y="0"/>
                  <a:pt x="2957208" y="1317569"/>
                  <a:pt x="2957208" y="2942873"/>
                </a:cubicBezTo>
                <a:lnTo>
                  <a:pt x="2957207" y="2942873"/>
                </a:lnTo>
                <a:cubicBezTo>
                  <a:pt x="2957207" y="4568177"/>
                  <a:pt x="1639638" y="5885746"/>
                  <a:pt x="14334" y="5885746"/>
                </a:cubicBezTo>
                <a:lnTo>
                  <a:pt x="0" y="5885746"/>
                </a:ln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26" name="Freeform: Shape 25">
            <a:extLst>
              <a:ext uri="{FF2B5EF4-FFF2-40B4-BE49-F238E27FC236}">
                <a16:creationId xmlns:a16="http://schemas.microsoft.com/office/drawing/2014/main" id="{6FB998AD-8D30-E11E-F31A-9DB440E709B9}"/>
              </a:ext>
            </a:extLst>
          </p:cNvPr>
          <p:cNvSpPr/>
          <p:nvPr userDrawn="1"/>
        </p:nvSpPr>
        <p:spPr>
          <a:xfrm>
            <a:off x="10285918" y="1515906"/>
            <a:ext cx="1906082" cy="3826188"/>
          </a:xfrm>
          <a:custGeom>
            <a:avLst/>
            <a:gdLst>
              <a:gd name="connsiteX0" fmla="*/ 1906082 w 1906082"/>
              <a:gd name="connsiteY0" fmla="*/ 0 h 3826188"/>
              <a:gd name="connsiteX1" fmla="*/ 1906082 w 1906082"/>
              <a:gd name="connsiteY1" fmla="*/ 3826188 h 3826188"/>
              <a:gd name="connsiteX2" fmla="*/ 1717826 w 1906082"/>
              <a:gd name="connsiteY2" fmla="*/ 3816682 h 3826188"/>
              <a:gd name="connsiteX3" fmla="*/ 0 w 1906082"/>
              <a:gd name="connsiteY3" fmla="*/ 1913094 h 3826188"/>
              <a:gd name="connsiteX4" fmla="*/ 1717826 w 1906082"/>
              <a:gd name="connsiteY4" fmla="*/ 9506 h 38261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6082" h="3826188">
                <a:moveTo>
                  <a:pt x="1906082" y="0"/>
                </a:moveTo>
                <a:lnTo>
                  <a:pt x="1906082" y="3826188"/>
                </a:lnTo>
                <a:lnTo>
                  <a:pt x="1717826" y="3816682"/>
                </a:lnTo>
                <a:cubicBezTo>
                  <a:pt x="752949" y="3718694"/>
                  <a:pt x="0" y="2903825"/>
                  <a:pt x="0" y="1913094"/>
                </a:cubicBezTo>
                <a:cubicBezTo>
                  <a:pt x="0" y="922364"/>
                  <a:pt x="752949" y="107495"/>
                  <a:pt x="1717826" y="9506"/>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611533"/>
            <a:ext cx="2212298" cy="399963"/>
          </a:xfrm>
          <a:prstGeom prst="rect">
            <a:avLst/>
          </a:prstGeom>
        </p:spPr>
      </p:pic>
      <p:sp>
        <p:nvSpPr>
          <p:cNvPr id="31" name="Subtitle 2">
            <a:extLst>
              <a:ext uri="{FF2B5EF4-FFF2-40B4-BE49-F238E27FC236}">
                <a16:creationId xmlns:a16="http://schemas.microsoft.com/office/drawing/2014/main" id="{584AC4A0-A7FD-554D-C5E0-580CC43AD9E3}"/>
              </a:ext>
            </a:extLst>
          </p:cNvPr>
          <p:cNvSpPr>
            <a:spLocks noGrp="1"/>
          </p:cNvSpPr>
          <p:nvPr>
            <p:ph type="subTitle" idx="1" hasCustomPrompt="1"/>
          </p:nvPr>
        </p:nvSpPr>
        <p:spPr>
          <a:xfrm>
            <a:off x="3467100" y="22574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3467100" y="28448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1407173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2026-03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23749945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id="{4F340A53-0350-F53E-7D51-923BC4C86D0A}"/>
              </a:ext>
            </a:extLst>
          </p:cNvPr>
          <p:cNvSpPr>
            <a:spLocks noGrp="1"/>
          </p:cNvSpPr>
          <p:nvPr>
            <p:ph type="pic" sz="quarter" idx="14" hasCustomPrompt="1"/>
          </p:nvPr>
        </p:nvSpPr>
        <p:spPr>
          <a:xfrm>
            <a:off x="7301581" y="0"/>
            <a:ext cx="4890421" cy="4391066"/>
          </a:xfrm>
          <a:custGeom>
            <a:avLst/>
            <a:gdLst>
              <a:gd name="connsiteX0" fmla="*/ 1083662 w 4890421"/>
              <a:gd name="connsiteY0" fmla="*/ 0 h 4391066"/>
              <a:gd name="connsiteX1" fmla="*/ 4890421 w 4890421"/>
              <a:gd name="connsiteY1" fmla="*/ 0 h 4391066"/>
              <a:gd name="connsiteX2" fmla="*/ 4890421 w 4890421"/>
              <a:gd name="connsiteY2" fmla="*/ 2808049 h 4391066"/>
              <a:gd name="connsiteX3" fmla="*/ 3992391 w 4890421"/>
              <a:gd name="connsiteY3" fmla="*/ 3706080 h 4391066"/>
              <a:gd name="connsiteX4" fmla="*/ 684986 w 4890421"/>
              <a:gd name="connsiteY4" fmla="*/ 3706080 h 4391066"/>
              <a:gd name="connsiteX5" fmla="*/ 684986 w 4890421"/>
              <a:gd name="connsiteY5" fmla="*/ 398676 h 43910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90421" h="4391066">
                <a:moveTo>
                  <a:pt x="1083662" y="0"/>
                </a:moveTo>
                <a:lnTo>
                  <a:pt x="4890421" y="0"/>
                </a:lnTo>
                <a:lnTo>
                  <a:pt x="4890421" y="2808049"/>
                </a:lnTo>
                <a:lnTo>
                  <a:pt x="3992391" y="3706080"/>
                </a:lnTo>
                <a:cubicBezTo>
                  <a:pt x="3079076" y="4619395"/>
                  <a:pt x="1598301" y="4619395"/>
                  <a:pt x="684986" y="3706080"/>
                </a:cubicBezTo>
                <a:cubicBezTo>
                  <a:pt x="-228328" y="2792765"/>
                  <a:pt x="-228328" y="1311990"/>
                  <a:pt x="684986" y="398676"/>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10" name="Freeform: Shape 9">
            <a:extLst>
              <a:ext uri="{FF2B5EF4-FFF2-40B4-BE49-F238E27FC236}">
                <a16:creationId xmlns:a16="http://schemas.microsoft.com/office/drawing/2014/main" id="{6B9159B2-9CF1-9E05-5FA7-5B81E7F195E7}"/>
              </a:ext>
            </a:extLst>
          </p:cNvPr>
          <p:cNvSpPr/>
          <p:nvPr userDrawn="1"/>
        </p:nvSpPr>
        <p:spPr>
          <a:xfrm>
            <a:off x="486075" y="5000653"/>
            <a:ext cx="4077476" cy="1857348"/>
          </a:xfrm>
          <a:custGeom>
            <a:avLst/>
            <a:gdLst>
              <a:gd name="connsiteX0" fmla="*/ 2507608 w 4077476"/>
              <a:gd name="connsiteY0" fmla="*/ 0 h 1857348"/>
              <a:gd name="connsiteX1" fmla="*/ 3617672 w 4077476"/>
              <a:gd name="connsiteY1" fmla="*/ 459804 h 1857348"/>
              <a:gd name="connsiteX2" fmla="*/ 4077476 w 4077476"/>
              <a:gd name="connsiteY2" fmla="*/ 1569868 h 1857348"/>
              <a:gd name="connsiteX3" fmla="*/ 4049922 w 4077476"/>
              <a:gd name="connsiteY3" fmla="*/ 1857348 h 1857348"/>
              <a:gd name="connsiteX4" fmla="*/ 0 w 4077476"/>
              <a:gd name="connsiteY4" fmla="*/ 1857348 h 1857348"/>
              <a:gd name="connsiteX5" fmla="*/ 1397545 w 4077476"/>
              <a:gd name="connsiteY5" fmla="*/ 459804 h 1857348"/>
              <a:gd name="connsiteX6" fmla="*/ 2507608 w 4077476"/>
              <a:gd name="connsiteY6" fmla="*/ 0 h 1857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077476" h="1857348">
                <a:moveTo>
                  <a:pt x="2507608" y="0"/>
                </a:moveTo>
                <a:cubicBezTo>
                  <a:pt x="2909372" y="0"/>
                  <a:pt x="3311136" y="153268"/>
                  <a:pt x="3617672" y="459804"/>
                </a:cubicBezTo>
                <a:cubicBezTo>
                  <a:pt x="3924208" y="766340"/>
                  <a:pt x="4077476" y="1168104"/>
                  <a:pt x="4077476" y="1569868"/>
                </a:cubicBezTo>
                <a:lnTo>
                  <a:pt x="4049922" y="1857348"/>
                </a:lnTo>
                <a:lnTo>
                  <a:pt x="0" y="1857348"/>
                </a:lnTo>
                <a:lnTo>
                  <a:pt x="1397545" y="459804"/>
                </a:lnTo>
                <a:cubicBezTo>
                  <a:pt x="1704080" y="153268"/>
                  <a:pt x="2105844" y="0"/>
                  <a:pt x="2507608"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 name="Subtitle 2">
            <a:extLst>
              <a:ext uri="{FF2B5EF4-FFF2-40B4-BE49-F238E27FC236}">
                <a16:creationId xmlns:a16="http://schemas.microsoft.com/office/drawing/2014/main" id="{C31F9952-3096-5EB4-195E-E111EF3DA746}"/>
              </a:ext>
            </a:extLst>
          </p:cNvPr>
          <p:cNvSpPr>
            <a:spLocks noGrp="1"/>
          </p:cNvSpPr>
          <p:nvPr>
            <p:ph type="subTitle" idx="1" hasCustomPrompt="1"/>
          </p:nvPr>
        </p:nvSpPr>
        <p:spPr>
          <a:xfrm>
            <a:off x="560269" y="809604"/>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5" name="Title 1">
            <a:extLst>
              <a:ext uri="{FF2B5EF4-FFF2-40B4-BE49-F238E27FC236}">
                <a16:creationId xmlns:a16="http://schemas.microsoft.com/office/drawing/2014/main" id="{B5279600-C9F1-CF2F-5C8E-97EEA785D158}"/>
              </a:ext>
            </a:extLst>
          </p:cNvPr>
          <p:cNvSpPr>
            <a:spLocks noGrp="1"/>
          </p:cNvSpPr>
          <p:nvPr>
            <p:ph type="title" hasCustomPrompt="1"/>
          </p:nvPr>
        </p:nvSpPr>
        <p:spPr bwMode="white">
          <a:xfrm>
            <a:off x="560269" y="1308100"/>
            <a:ext cx="6324600" cy="2171700"/>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pic>
        <p:nvPicPr>
          <p:cNvPr id="6" name="Graphic 5">
            <a:extLst>
              <a:ext uri="{FF2B5EF4-FFF2-40B4-BE49-F238E27FC236}">
                <a16:creationId xmlns:a16="http://schemas.microsoft.com/office/drawing/2014/main" id="{EC8615EA-924C-6B9D-68EB-D8BBB5ECB831}"/>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Tree>
    <p:extLst>
      <p:ext uri="{BB962C8B-B14F-4D97-AF65-F5344CB8AC3E}">
        <p14:creationId xmlns:p14="http://schemas.microsoft.com/office/powerpoint/2010/main" val="907518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vider 2026-04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174104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Picture Placeholder 5">
            <a:extLst>
              <a:ext uri="{FF2B5EF4-FFF2-40B4-BE49-F238E27FC236}">
                <a16:creationId xmlns:a16="http://schemas.microsoft.com/office/drawing/2014/main" id="{0054152A-0AC2-B35F-B3CA-D6B593C009A8}"/>
              </a:ext>
            </a:extLst>
          </p:cNvPr>
          <p:cNvSpPr>
            <a:spLocks noGrp="1"/>
          </p:cNvSpPr>
          <p:nvPr>
            <p:ph type="pic" sz="quarter" idx="14" hasCustomPrompt="1"/>
          </p:nvPr>
        </p:nvSpPr>
        <p:spPr>
          <a:xfrm>
            <a:off x="622300" y="673100"/>
            <a:ext cx="10909300" cy="2463800"/>
          </a:xfrm>
          <a:custGeom>
            <a:avLst/>
            <a:gdLst>
              <a:gd name="connsiteX0" fmla="*/ 1231900 w 10909300"/>
              <a:gd name="connsiteY0" fmla="*/ 0 h 2463800"/>
              <a:gd name="connsiteX1" fmla="*/ 9677400 w 10909300"/>
              <a:gd name="connsiteY1" fmla="*/ 0 h 2463800"/>
              <a:gd name="connsiteX2" fmla="*/ 10909300 w 10909300"/>
              <a:gd name="connsiteY2" fmla="*/ 1231900 h 2463800"/>
              <a:gd name="connsiteX3" fmla="*/ 9677400 w 10909300"/>
              <a:gd name="connsiteY3" fmla="*/ 2463800 h 2463800"/>
              <a:gd name="connsiteX4" fmla="*/ 1231900 w 10909300"/>
              <a:gd name="connsiteY4" fmla="*/ 2463800 h 2463800"/>
              <a:gd name="connsiteX5" fmla="*/ 0 w 10909300"/>
              <a:gd name="connsiteY5" fmla="*/ 1231900 h 2463800"/>
              <a:gd name="connsiteX6" fmla="*/ 1231900 w 10909300"/>
              <a:gd name="connsiteY6" fmla="*/ 0 h 2463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909300" h="2463800">
                <a:moveTo>
                  <a:pt x="1231900" y="0"/>
                </a:moveTo>
                <a:lnTo>
                  <a:pt x="9677400" y="0"/>
                </a:lnTo>
                <a:cubicBezTo>
                  <a:pt x="10357760" y="0"/>
                  <a:pt x="10909300" y="551540"/>
                  <a:pt x="10909300" y="1231900"/>
                </a:cubicBezTo>
                <a:cubicBezTo>
                  <a:pt x="10909300" y="1912260"/>
                  <a:pt x="10357760" y="2463800"/>
                  <a:pt x="9677400" y="2463800"/>
                </a:cubicBezTo>
                <a:lnTo>
                  <a:pt x="1231900" y="2463800"/>
                </a:lnTo>
                <a:cubicBezTo>
                  <a:pt x="551540" y="2463800"/>
                  <a:pt x="0" y="1912260"/>
                  <a:pt x="0" y="1231900"/>
                </a:cubicBezTo>
                <a:cubicBezTo>
                  <a:pt x="0" y="551540"/>
                  <a:pt x="551540" y="0"/>
                  <a:pt x="1231900" y="0"/>
                </a:cubicBezTo>
                <a:close/>
              </a:path>
            </a:pathLst>
          </a:custGeom>
          <a:blipFill>
            <a:blip r:embed="rId5"/>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pic>
        <p:nvPicPr>
          <p:cNvPr id="28" name="Graphic 27">
            <a:extLst>
              <a:ext uri="{FF2B5EF4-FFF2-40B4-BE49-F238E27FC236}">
                <a16:creationId xmlns:a16="http://schemas.microsoft.com/office/drawing/2014/main" id="{4698F2DD-4D97-8D7A-5BEC-E5396E6DFD14}"/>
              </a:ext>
            </a:extLst>
          </p:cNvPr>
          <p:cNvPicPr>
            <a:picLocks/>
          </p:cNvPicPr>
          <p:nvPr userDrawn="1"/>
        </p:nvPicPr>
        <p:blipFill>
          <a:blip>
            <a:extLst>
              <a:ext uri="{96DAC541-7B7A-43D3-8B79-37D633B846F1}">
                <asvg:svgBlip xmlns:asvg="http://schemas.microsoft.com/office/drawing/2016/SVG/main" r:embed="rId6"/>
              </a:ext>
            </a:extLst>
          </a:blip>
          <a:stretch>
            <a:fillRect/>
          </a:stretch>
        </p:blipFill>
        <p:spPr>
          <a:xfrm>
            <a:off x="9360095" y="5843933"/>
            <a:ext cx="2212298" cy="399963"/>
          </a:xfrm>
          <a:prstGeom prst="rect">
            <a:avLst/>
          </a:prstGeom>
        </p:spPr>
      </p:pic>
      <p:sp>
        <p:nvSpPr>
          <p:cNvPr id="40" name="Title 1">
            <a:extLst>
              <a:ext uri="{FF2B5EF4-FFF2-40B4-BE49-F238E27FC236}">
                <a16:creationId xmlns:a16="http://schemas.microsoft.com/office/drawing/2014/main" id="{555A42D2-18FC-DFFB-5DB3-DF592BF30F91}"/>
              </a:ext>
            </a:extLst>
          </p:cNvPr>
          <p:cNvSpPr>
            <a:spLocks noGrp="1"/>
          </p:cNvSpPr>
          <p:nvPr>
            <p:ph type="title" hasCustomPrompt="1"/>
          </p:nvPr>
        </p:nvSpPr>
        <p:spPr bwMode="white">
          <a:xfrm>
            <a:off x="1703173" y="3657600"/>
            <a:ext cx="8785654" cy="1446550"/>
          </a:xfrm>
          <a:prstGeom prst="rect">
            <a:avLst/>
          </a:prstGeom>
        </p:spPr>
        <p:txBody>
          <a:bodyPr vert="horz" anchor="t" anchorCtr="0">
            <a:noAutofit/>
          </a:bodyPr>
          <a:lstStyle>
            <a:lvl1pPr algn="l">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dirty="0"/>
              <a:t>Divider title are 44pt Noto </a:t>
            </a:r>
            <a:br>
              <a:rPr lang="en-US" dirty="0"/>
            </a:br>
            <a:r>
              <a:rPr lang="en-US" dirty="0"/>
              <a:t>Sans Light sentence case</a:t>
            </a:r>
          </a:p>
        </p:txBody>
      </p:sp>
    </p:spTree>
    <p:extLst>
      <p:ext uri="{BB962C8B-B14F-4D97-AF65-F5344CB8AC3E}">
        <p14:creationId xmlns:p14="http://schemas.microsoft.com/office/powerpoint/2010/main" val="641641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vider 2026-05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7066864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Freeform: Shape 7">
            <a:extLst>
              <a:ext uri="{FF2B5EF4-FFF2-40B4-BE49-F238E27FC236}">
                <a16:creationId xmlns:a16="http://schemas.microsoft.com/office/drawing/2014/main" id="{C64657C8-34AC-81B6-5C51-BB17F9686E24}"/>
              </a:ext>
            </a:extLst>
          </p:cNvPr>
          <p:cNvSpPr/>
          <p:nvPr userDrawn="1"/>
        </p:nvSpPr>
        <p:spPr>
          <a:xfrm rot="5400000">
            <a:off x="-17144" y="2760344"/>
            <a:ext cx="4114801" cy="4080511"/>
          </a:xfrm>
          <a:custGeom>
            <a:avLst/>
            <a:gdLst>
              <a:gd name="connsiteX0" fmla="*/ 0 w 4114801"/>
              <a:gd name="connsiteY0" fmla="*/ 4080511 h 4080511"/>
              <a:gd name="connsiteX1" fmla="*/ 0 w 4114801"/>
              <a:gd name="connsiteY1" fmla="*/ 2051686 h 4080511"/>
              <a:gd name="connsiteX2" fmla="*/ 2051686 w 4114801"/>
              <a:gd name="connsiteY2" fmla="*/ 0 h 4080511"/>
              <a:gd name="connsiteX3" fmla="*/ 2063115 w 4114801"/>
              <a:gd name="connsiteY3" fmla="*/ 0 h 4080511"/>
              <a:gd name="connsiteX4" fmla="*/ 4114801 w 4114801"/>
              <a:gd name="connsiteY4" fmla="*/ 2051686 h 4080511"/>
              <a:gd name="connsiteX5" fmla="*/ 4114800 w 4114801"/>
              <a:gd name="connsiteY5" fmla="*/ 4080511 h 4080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14801" h="4080511">
                <a:moveTo>
                  <a:pt x="0" y="4080511"/>
                </a:moveTo>
                <a:lnTo>
                  <a:pt x="0" y="2051686"/>
                </a:lnTo>
                <a:cubicBezTo>
                  <a:pt x="0" y="918571"/>
                  <a:pt x="918571" y="0"/>
                  <a:pt x="2051686" y="0"/>
                </a:cubicBezTo>
                <a:lnTo>
                  <a:pt x="2063115" y="0"/>
                </a:lnTo>
                <a:cubicBezTo>
                  <a:pt x="3196230" y="0"/>
                  <a:pt x="4114801" y="918571"/>
                  <a:pt x="4114801" y="2051686"/>
                </a:cubicBezTo>
                <a:lnTo>
                  <a:pt x="4114800" y="4080511"/>
                </a:lnTo>
                <a:close/>
              </a:path>
            </a:pathLst>
          </a:custGeom>
          <a:gradFill flip="none" rotWithShape="1">
            <a:gsLst>
              <a:gs pos="65000">
                <a:srgbClr val="140A42"/>
              </a:gs>
              <a:gs pos="0">
                <a:srgbClr val="00CCFF"/>
              </a:gs>
            </a:gsLst>
            <a:lin ang="8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err="1"/>
          </a:p>
        </p:txBody>
      </p:sp>
      <p:pic>
        <p:nvPicPr>
          <p:cNvPr id="23" name="Graphic 22">
            <a:extLst>
              <a:ext uri="{FF2B5EF4-FFF2-40B4-BE49-F238E27FC236}">
                <a16:creationId xmlns:a16="http://schemas.microsoft.com/office/drawing/2014/main" id="{194BBB78-5FF7-C366-70FD-3AF06FA9E09B}"/>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611533"/>
            <a:ext cx="2212298" cy="399963"/>
          </a:xfrm>
          <a:prstGeom prst="rect">
            <a:avLst/>
          </a:prstGeom>
        </p:spPr>
      </p:pic>
      <p:sp>
        <p:nvSpPr>
          <p:cNvPr id="25" name="Title 1">
            <a:extLst>
              <a:ext uri="{FF2B5EF4-FFF2-40B4-BE49-F238E27FC236}">
                <a16:creationId xmlns:a16="http://schemas.microsoft.com/office/drawing/2014/main" id="{5FE5ABEB-7B35-8213-C6F0-6497298925D8}"/>
              </a:ext>
            </a:extLst>
          </p:cNvPr>
          <p:cNvSpPr>
            <a:spLocks noGrp="1"/>
          </p:cNvSpPr>
          <p:nvPr userDrawn="1">
            <p:ph type="title" hasCustomPrompt="1"/>
          </p:nvPr>
        </p:nvSpPr>
        <p:spPr bwMode="white">
          <a:xfrm>
            <a:off x="6948370" y="2594609"/>
            <a:ext cx="4624024" cy="2739391"/>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Noto Sans Light sentence case</a:t>
            </a:r>
          </a:p>
        </p:txBody>
      </p:sp>
      <p:sp>
        <p:nvSpPr>
          <p:cNvPr id="13" name="Picture Placeholder 12">
            <a:extLst>
              <a:ext uri="{FF2B5EF4-FFF2-40B4-BE49-F238E27FC236}">
                <a16:creationId xmlns:a16="http://schemas.microsoft.com/office/drawing/2014/main" id="{6A254D77-8314-1D63-56AD-419C890F5396}"/>
              </a:ext>
            </a:extLst>
          </p:cNvPr>
          <p:cNvSpPr>
            <a:spLocks noGrp="1"/>
          </p:cNvSpPr>
          <p:nvPr>
            <p:ph type="pic" sz="quarter" idx="16" hasCustomPrompt="1"/>
          </p:nvPr>
        </p:nvSpPr>
        <p:spPr>
          <a:xfrm>
            <a:off x="0" y="0"/>
            <a:ext cx="6327139" cy="5552111"/>
          </a:xfrm>
          <a:custGeom>
            <a:avLst/>
            <a:gdLst>
              <a:gd name="connsiteX0" fmla="*/ 0 w 6327139"/>
              <a:gd name="connsiteY0" fmla="*/ 0 h 5552111"/>
              <a:gd name="connsiteX1" fmla="*/ 6327139 w 6327139"/>
              <a:gd name="connsiteY1" fmla="*/ 0 h 5552111"/>
              <a:gd name="connsiteX2" fmla="*/ 6327139 w 6327139"/>
              <a:gd name="connsiteY2" fmla="*/ 2377111 h 5552111"/>
              <a:gd name="connsiteX3" fmla="*/ 3152139 w 6327139"/>
              <a:gd name="connsiteY3" fmla="*/ 5552111 h 5552111"/>
              <a:gd name="connsiteX4" fmla="*/ 13723 w 6327139"/>
              <a:gd name="connsiteY4" fmla="*/ 2860632 h 5552111"/>
              <a:gd name="connsiteX5" fmla="*/ 0 w 6327139"/>
              <a:gd name="connsiteY5" fmla="*/ 2752636 h 5552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7139" h="5552111">
                <a:moveTo>
                  <a:pt x="0" y="0"/>
                </a:moveTo>
                <a:lnTo>
                  <a:pt x="6327139" y="0"/>
                </a:lnTo>
                <a:lnTo>
                  <a:pt x="6327139" y="2377111"/>
                </a:lnTo>
                <a:cubicBezTo>
                  <a:pt x="6327139" y="4130615"/>
                  <a:pt x="4905643" y="5552111"/>
                  <a:pt x="3152139" y="5552111"/>
                </a:cubicBezTo>
                <a:cubicBezTo>
                  <a:pt x="1563027" y="5552111"/>
                  <a:pt x="246589" y="4384652"/>
                  <a:pt x="13723" y="2860632"/>
                </a:cubicBezTo>
                <a:lnTo>
                  <a:pt x="0" y="2752636"/>
                </a:lnTo>
                <a:close/>
              </a:path>
            </a:pathLst>
          </a:custGeom>
          <a:blipFill>
            <a:blip r:embed="rId6"/>
            <a:stretch>
              <a:fillRect/>
            </a:stretch>
          </a:blipFill>
        </p:spPr>
        <p:txBody>
          <a:bodyPr wrap="square" lIns="3566160" anchor="ctr">
            <a:noAutofit/>
          </a:bodyPr>
          <a:lstStyle>
            <a:lvl1pPr marL="0" indent="0" algn="ctr">
              <a:buNone/>
              <a:defRPr sz="1800" b="1">
                <a:solidFill>
                  <a:srgbClr val="DA291C"/>
                </a:solidFill>
              </a:defRPr>
            </a:lvl1pPr>
          </a:lstStyle>
          <a:p>
            <a:r>
              <a:rPr lang="en-US"/>
              <a:t>Click to add image</a:t>
            </a:r>
          </a:p>
        </p:txBody>
      </p:sp>
      <p:sp>
        <p:nvSpPr>
          <p:cNvPr id="9" name="Text Placeholder 8">
            <a:extLst>
              <a:ext uri="{FF2B5EF4-FFF2-40B4-BE49-F238E27FC236}">
                <a16:creationId xmlns:a16="http://schemas.microsoft.com/office/drawing/2014/main" id="{88296AAA-9AC5-C0EC-9897-4E4D0D105DAE}"/>
              </a:ext>
            </a:extLst>
          </p:cNvPr>
          <p:cNvSpPr>
            <a:spLocks noGrp="1"/>
          </p:cNvSpPr>
          <p:nvPr>
            <p:ph type="body" sz="quarter" idx="20" hasCustomPrompt="1"/>
          </p:nvPr>
        </p:nvSpPr>
        <p:spPr>
          <a:xfrm>
            <a:off x="0" y="2743200"/>
            <a:ext cx="4080512" cy="2808911"/>
          </a:xfrm>
          <a:custGeom>
            <a:avLst/>
            <a:gdLst>
              <a:gd name="connsiteX0" fmla="*/ 0 w 4080512"/>
              <a:gd name="connsiteY0" fmla="*/ 0 h 2808911"/>
              <a:gd name="connsiteX1" fmla="*/ 2028826 w 4080512"/>
              <a:gd name="connsiteY1" fmla="*/ 0 h 2808911"/>
              <a:gd name="connsiteX2" fmla="*/ 4080512 w 4080512"/>
              <a:gd name="connsiteY2" fmla="*/ 2051686 h 2808911"/>
              <a:gd name="connsiteX3" fmla="*/ 4080512 w 4080512"/>
              <a:gd name="connsiteY3" fmla="*/ 2063115 h 2808911"/>
              <a:gd name="connsiteX4" fmla="*/ 3988272 w 4080512"/>
              <a:gd name="connsiteY4" fmla="*/ 2673224 h 2808911"/>
              <a:gd name="connsiteX5" fmla="*/ 3978625 w 4080512"/>
              <a:gd name="connsiteY5" fmla="*/ 2699582 h 2808911"/>
              <a:gd name="connsiteX6" fmla="*/ 3945622 w 4080512"/>
              <a:gd name="connsiteY6" fmla="*/ 2708954 h 2808911"/>
              <a:gd name="connsiteX7" fmla="*/ 3152140 w 4080512"/>
              <a:gd name="connsiteY7" fmla="*/ 2808911 h 2808911"/>
              <a:gd name="connsiteX8" fmla="*/ 13723 w 4080512"/>
              <a:gd name="connsiteY8" fmla="*/ 117432 h 2808911"/>
              <a:gd name="connsiteX9" fmla="*/ 0 w 4080512"/>
              <a:gd name="connsiteY9" fmla="*/ 9436 h 2808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080512" h="2808911">
                <a:moveTo>
                  <a:pt x="0" y="0"/>
                </a:moveTo>
                <a:lnTo>
                  <a:pt x="2028826" y="0"/>
                </a:lnTo>
                <a:cubicBezTo>
                  <a:pt x="3161941" y="0"/>
                  <a:pt x="4080513" y="918572"/>
                  <a:pt x="4080512" y="2051686"/>
                </a:cubicBezTo>
                <a:lnTo>
                  <a:pt x="4080512" y="2063115"/>
                </a:lnTo>
                <a:cubicBezTo>
                  <a:pt x="4080512" y="2275574"/>
                  <a:pt x="4048219" y="2480491"/>
                  <a:pt x="3988272" y="2673224"/>
                </a:cubicBezTo>
                <a:lnTo>
                  <a:pt x="3978625" y="2699582"/>
                </a:lnTo>
                <a:lnTo>
                  <a:pt x="3945622" y="2708954"/>
                </a:lnTo>
                <a:cubicBezTo>
                  <a:pt x="3692005" y="2774207"/>
                  <a:pt x="3426125" y="2808911"/>
                  <a:pt x="3152140" y="2808911"/>
                </a:cubicBezTo>
                <a:cubicBezTo>
                  <a:pt x="1563027" y="2808911"/>
                  <a:pt x="246589" y="1641452"/>
                  <a:pt x="13723" y="117432"/>
                </a:cubicBezTo>
                <a:lnTo>
                  <a:pt x="0" y="9436"/>
                </a:lnTo>
                <a:close/>
              </a:path>
            </a:pathLst>
          </a:custGeom>
          <a:solidFill>
            <a:srgbClr val="00CCFF">
              <a:alpha val="4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lvl1pPr marL="0" indent="0">
              <a:buNone/>
              <a:defRPr lang="en-US" sz="1600" dirty="0"/>
            </a:lvl1pPr>
          </a:lstStyle>
          <a:p>
            <a:pPr marL="0" lvl="0"/>
            <a:r>
              <a:rPr lang="en-US"/>
              <a:t> </a:t>
            </a:r>
          </a:p>
        </p:txBody>
      </p:sp>
      <p:grpSp>
        <p:nvGrpSpPr>
          <p:cNvPr id="12" name="Group 11">
            <a:extLst>
              <a:ext uri="{FF2B5EF4-FFF2-40B4-BE49-F238E27FC236}">
                <a16:creationId xmlns:a16="http://schemas.microsoft.com/office/drawing/2014/main" id="{13E3113A-26C0-984B-11CB-789A7AFB2ED7}"/>
              </a:ext>
            </a:extLst>
          </p:cNvPr>
          <p:cNvGrpSpPr/>
          <p:nvPr userDrawn="1"/>
        </p:nvGrpSpPr>
        <p:grpSpPr>
          <a:xfrm>
            <a:off x="12323965" y="3876462"/>
            <a:ext cx="2089689" cy="3212677"/>
            <a:chOff x="12323965" y="3876462"/>
            <a:chExt cx="2089689" cy="3212677"/>
          </a:xfrm>
        </p:grpSpPr>
        <p:sp>
          <p:nvSpPr>
            <p:cNvPr id="14" name="Rectangle 13">
              <a:extLst>
                <a:ext uri="{FF2B5EF4-FFF2-40B4-BE49-F238E27FC236}">
                  <a16:creationId xmlns:a16="http://schemas.microsoft.com/office/drawing/2014/main" id="{99302882-B07A-5399-657A-08126A085FAA}"/>
                </a:ext>
              </a:extLst>
            </p:cNvPr>
            <p:cNvSpPr/>
            <p:nvPr/>
          </p:nvSpPr>
          <p:spPr>
            <a:xfrm>
              <a:off x="12323965" y="3876462"/>
              <a:ext cx="2089689" cy="3212677"/>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spcBef>
                  <a:spcPts val="600"/>
                </a:spcBef>
              </a:pPr>
              <a:r>
                <a:rPr lang="en-US" sz="900" b="1" dirty="0"/>
                <a:t>Instructions to change the image follow below seps:</a:t>
              </a:r>
            </a:p>
            <a:p>
              <a:pPr marL="182880" indent="-182880" algn="l">
                <a:spcBef>
                  <a:spcPts val="600"/>
                </a:spcBef>
                <a:buFont typeface="Arial" panose="020B0604020202020204" pitchFamily="34" charset="0"/>
                <a:buChar char="•"/>
              </a:pPr>
              <a:r>
                <a:rPr lang="en-US" sz="900" b="1" dirty="0"/>
                <a:t>Step 1:</a:t>
              </a:r>
              <a:r>
                <a:rPr lang="en-US" sz="900" dirty="0"/>
                <a:t> Please move the masked shapes from top of the image placeholder</a:t>
              </a:r>
            </a:p>
            <a:p>
              <a:pPr marL="182880" indent="-182880" algn="l">
                <a:spcBef>
                  <a:spcPts val="600"/>
                </a:spcBef>
                <a:buFont typeface="Arial" panose="020B0604020202020204" pitchFamily="34" charset="0"/>
                <a:buChar char="•"/>
              </a:pPr>
              <a:r>
                <a:rPr lang="en-US" sz="900" b="1" dirty="0"/>
                <a:t>Step 2:</a:t>
              </a:r>
              <a:r>
                <a:rPr lang="en-US" sz="900" dirty="0"/>
                <a:t> Click on the </a:t>
              </a:r>
              <a:br>
                <a:rPr lang="en-US" sz="900" dirty="0"/>
              </a:br>
              <a:r>
                <a:rPr lang="en-US" sz="900" dirty="0"/>
                <a:t>image icon </a:t>
              </a:r>
            </a:p>
            <a:p>
              <a:pPr marL="182880" indent="-182880" algn="l">
                <a:spcBef>
                  <a:spcPts val="600"/>
                </a:spcBef>
                <a:buFont typeface="Arial" panose="020B0604020202020204" pitchFamily="34" charset="0"/>
                <a:buChar char="•"/>
              </a:pPr>
              <a:r>
                <a:rPr lang="en-US" sz="900" b="1" dirty="0"/>
                <a:t>Step 3:</a:t>
              </a:r>
              <a:r>
                <a:rPr lang="en-US" sz="900" dirty="0"/>
                <a:t> Select the image to be replaced and then click on Insert option</a:t>
              </a:r>
            </a:p>
            <a:p>
              <a:pPr marL="182880" indent="-182880" algn="l">
                <a:spcBef>
                  <a:spcPts val="600"/>
                </a:spcBef>
                <a:buFont typeface="Arial" panose="020B0604020202020204" pitchFamily="34" charset="0"/>
                <a:buChar char="•"/>
              </a:pPr>
              <a:r>
                <a:rPr lang="en-US" sz="900" b="1" dirty="0"/>
                <a:t>Step 4:</a:t>
              </a:r>
              <a:r>
                <a:rPr lang="en-US" sz="900" dirty="0"/>
                <a:t> Once the image is replaced, Goto </a:t>
              </a:r>
              <a:br>
                <a:rPr lang="en-US" sz="900" dirty="0"/>
              </a:br>
              <a:r>
                <a:rPr lang="en-US" sz="900" dirty="0"/>
                <a:t>Home =&gt; Reset option</a:t>
              </a:r>
            </a:p>
            <a:p>
              <a:pPr marL="182880" indent="-182880" algn="l">
                <a:spcBef>
                  <a:spcPts val="600"/>
                </a:spcBef>
                <a:buFont typeface="Arial" panose="020B0604020202020204" pitchFamily="34" charset="0"/>
                <a:buChar char="•"/>
              </a:pPr>
              <a:endParaRPr lang="en-US" sz="900" b="1" dirty="0"/>
            </a:p>
            <a:p>
              <a:pPr marL="182880" indent="-182880" algn="l">
                <a:spcBef>
                  <a:spcPts val="600"/>
                </a:spcBef>
                <a:buFont typeface="Arial" panose="020B0604020202020204" pitchFamily="34" charset="0"/>
                <a:buChar char="•"/>
              </a:pPr>
              <a:endParaRPr lang="en-US" sz="1800" b="1" dirty="0"/>
            </a:p>
            <a:p>
              <a:pPr marL="182880" indent="-182880" algn="l">
                <a:spcBef>
                  <a:spcPts val="600"/>
                </a:spcBef>
                <a:buFont typeface="Arial" panose="020B0604020202020204" pitchFamily="34" charset="0"/>
                <a:buChar char="•"/>
              </a:pPr>
              <a:r>
                <a:rPr lang="en-US" sz="900" b="1" dirty="0"/>
                <a:t>Step 5:</a:t>
              </a:r>
              <a:r>
                <a:rPr lang="en-US" sz="900" dirty="0"/>
                <a:t> Shape/masked  layers will be readjusted on the slide and ready to use</a:t>
              </a:r>
            </a:p>
          </p:txBody>
        </p:sp>
        <p:pic>
          <p:nvPicPr>
            <p:cNvPr id="15" name="Picture 14">
              <a:extLst>
                <a:ext uri="{FF2B5EF4-FFF2-40B4-BE49-F238E27FC236}">
                  <a16:creationId xmlns:a16="http://schemas.microsoft.com/office/drawing/2014/main" id="{2CC58985-0C3C-097C-1F60-A1A44B3F6773}"/>
                </a:ext>
              </a:extLst>
            </p:cNvPr>
            <p:cNvPicPr>
              <a:picLocks noChangeAspect="1"/>
            </p:cNvPicPr>
            <p:nvPr/>
          </p:nvPicPr>
          <p:blipFill>
            <a:blip r:embed="rId7" cstate="print">
              <a:extLst>
                <a:ext uri="{28A0092B-C50C-407E-A947-70E740481C1C}">
                  <a14:useLocalDpi xmlns:a14="http://schemas.microsoft.com/office/drawing/2010/main"/>
                </a:ext>
              </a:extLst>
            </a:blip>
            <a:stretch>
              <a:fillRect/>
            </a:stretch>
          </p:blipFill>
          <p:spPr>
            <a:xfrm>
              <a:off x="13694135" y="4756344"/>
              <a:ext cx="197126" cy="174381"/>
            </a:xfrm>
            <a:prstGeom prst="rect">
              <a:avLst/>
            </a:prstGeom>
          </p:spPr>
        </p:pic>
        <p:pic>
          <p:nvPicPr>
            <p:cNvPr id="16" name="Picture 15">
              <a:extLst>
                <a:ext uri="{FF2B5EF4-FFF2-40B4-BE49-F238E27FC236}">
                  <a16:creationId xmlns:a16="http://schemas.microsoft.com/office/drawing/2014/main" id="{B04BF919-0125-F0D1-D738-4F4B0976D726}"/>
                </a:ext>
              </a:extLst>
            </p:cNvPr>
            <p:cNvPicPr>
              <a:picLocks noChangeAspect="1"/>
            </p:cNvPicPr>
            <p:nvPr/>
          </p:nvPicPr>
          <p:blipFill>
            <a:blip r:embed="rId8" cstate="print">
              <a:extLst>
                <a:ext uri="{28A0092B-C50C-407E-A947-70E740481C1C}">
                  <a14:useLocalDpi xmlns:a14="http://schemas.microsoft.com/office/drawing/2010/main"/>
                </a:ext>
              </a:extLst>
            </a:blip>
            <a:srcRect/>
            <a:stretch>
              <a:fillRect/>
            </a:stretch>
          </p:blipFill>
          <p:spPr>
            <a:xfrm>
              <a:off x="13834532" y="5786295"/>
              <a:ext cx="491067" cy="213105"/>
            </a:xfrm>
            <a:custGeom>
              <a:avLst/>
              <a:gdLst>
                <a:gd name="connsiteX0" fmla="*/ 0 w 538480"/>
                <a:gd name="connsiteY0" fmla="*/ 0 h 233680"/>
                <a:gd name="connsiteX1" fmla="*/ 538480 w 538480"/>
                <a:gd name="connsiteY1" fmla="*/ 0 h 233680"/>
                <a:gd name="connsiteX2" fmla="*/ 538480 w 538480"/>
                <a:gd name="connsiteY2" fmla="*/ 233680 h 233680"/>
                <a:gd name="connsiteX3" fmla="*/ 0 w 538480"/>
                <a:gd name="connsiteY3" fmla="*/ 233680 h 233680"/>
              </a:gdLst>
              <a:ahLst/>
              <a:cxnLst>
                <a:cxn ang="0">
                  <a:pos x="connsiteX0" y="connsiteY0"/>
                </a:cxn>
                <a:cxn ang="0">
                  <a:pos x="connsiteX1" y="connsiteY1"/>
                </a:cxn>
                <a:cxn ang="0">
                  <a:pos x="connsiteX2" y="connsiteY2"/>
                </a:cxn>
                <a:cxn ang="0">
                  <a:pos x="connsiteX3" y="connsiteY3"/>
                </a:cxn>
              </a:cxnLst>
              <a:rect l="l" t="t" r="r" b="b"/>
              <a:pathLst>
                <a:path w="538480" h="233680">
                  <a:moveTo>
                    <a:pt x="0" y="0"/>
                  </a:moveTo>
                  <a:lnTo>
                    <a:pt x="538480" y="0"/>
                  </a:lnTo>
                  <a:lnTo>
                    <a:pt x="538480" y="233680"/>
                  </a:lnTo>
                  <a:lnTo>
                    <a:pt x="0" y="233680"/>
                  </a:lnTo>
                  <a:close/>
                </a:path>
              </a:pathLst>
            </a:custGeom>
          </p:spPr>
        </p:pic>
        <p:grpSp>
          <p:nvGrpSpPr>
            <p:cNvPr id="17" name="Group 16">
              <a:extLst>
                <a:ext uri="{FF2B5EF4-FFF2-40B4-BE49-F238E27FC236}">
                  <a16:creationId xmlns:a16="http://schemas.microsoft.com/office/drawing/2014/main" id="{3D3F27F7-BE73-4095-86A6-D508C1A94F63}"/>
                </a:ext>
              </a:extLst>
            </p:cNvPr>
            <p:cNvGrpSpPr/>
            <p:nvPr userDrawn="1"/>
          </p:nvGrpSpPr>
          <p:grpSpPr>
            <a:xfrm>
              <a:off x="12598400" y="6054514"/>
              <a:ext cx="833967" cy="541456"/>
              <a:chOff x="12585700" y="6121400"/>
              <a:chExt cx="833967" cy="541456"/>
            </a:xfrm>
          </p:grpSpPr>
          <p:pic>
            <p:nvPicPr>
              <p:cNvPr id="18" name="Picture 2">
                <a:extLst>
                  <a:ext uri="{FF2B5EF4-FFF2-40B4-BE49-F238E27FC236}">
                    <a16:creationId xmlns:a16="http://schemas.microsoft.com/office/drawing/2014/main" id="{D15BDCEA-34E9-D41E-A765-98D13F56C2E5}"/>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a:stretch>
                <a:fillRect/>
              </a:stretch>
            </p:blipFill>
            <p:spPr bwMode="auto">
              <a:xfrm>
                <a:off x="12585700" y="6121400"/>
                <a:ext cx="833967" cy="541456"/>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18">
                <a:extLst>
                  <a:ext uri="{FF2B5EF4-FFF2-40B4-BE49-F238E27FC236}">
                    <a16:creationId xmlns:a16="http://schemas.microsoft.com/office/drawing/2014/main" id="{49A0D4E4-097B-6261-3752-47CD008405BE}"/>
                  </a:ext>
                </a:extLst>
              </p:cNvPr>
              <p:cNvSpPr/>
              <p:nvPr/>
            </p:nvSpPr>
            <p:spPr>
              <a:xfrm>
                <a:off x="12699270" y="6154738"/>
                <a:ext cx="226156" cy="91385"/>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sp>
            <p:nvSpPr>
              <p:cNvPr id="20" name="Rectangle 19">
                <a:extLst>
                  <a:ext uri="{FF2B5EF4-FFF2-40B4-BE49-F238E27FC236}">
                    <a16:creationId xmlns:a16="http://schemas.microsoft.com/office/drawing/2014/main" id="{4A461E1A-178C-C568-796D-F6D8764F4046}"/>
                  </a:ext>
                </a:extLst>
              </p:cNvPr>
              <p:cNvSpPr/>
              <p:nvPr userDrawn="1"/>
            </p:nvSpPr>
            <p:spPr>
              <a:xfrm>
                <a:off x="13179219" y="6412700"/>
                <a:ext cx="147839" cy="102400"/>
              </a:xfrm>
              <a:prstGeom prst="rect">
                <a:avLst/>
              </a:prstGeom>
              <a:noFill/>
              <a:ln>
                <a:solidFill>
                  <a:srgbClr val="DA291C"/>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dirty="0" err="1"/>
              </a:p>
            </p:txBody>
          </p:sp>
        </p:grpSp>
      </p:grpSp>
    </p:spTree>
    <p:extLst>
      <p:ext uri="{BB962C8B-B14F-4D97-AF65-F5344CB8AC3E}">
        <p14:creationId xmlns:p14="http://schemas.microsoft.com/office/powerpoint/2010/main" val="152599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vider 2026-06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264576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2" name="Freeform: Shape 31">
            <a:extLst>
              <a:ext uri="{FF2B5EF4-FFF2-40B4-BE49-F238E27FC236}">
                <a16:creationId xmlns:a16="http://schemas.microsoft.com/office/drawing/2014/main" id="{0309296F-DACA-9046-F9F0-2407339F5BBF}"/>
              </a:ext>
            </a:extLst>
          </p:cNvPr>
          <p:cNvSpPr/>
          <p:nvPr userDrawn="1"/>
        </p:nvSpPr>
        <p:spPr>
          <a:xfrm>
            <a:off x="0" y="241300"/>
            <a:ext cx="11861800" cy="6362700"/>
          </a:xfrm>
          <a:custGeom>
            <a:avLst/>
            <a:gdLst>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 name="connsiteX6" fmla="*/ 91440 w 11861800"/>
              <a:gd name="connsiteY6" fmla="*/ 91440 h 6362700"/>
              <a:gd name="connsiteX0" fmla="*/ 0 w 11861800"/>
              <a:gd name="connsiteY0" fmla="*/ 0 h 6362700"/>
              <a:gd name="connsiteX1" fmla="*/ 11042602 w 11861800"/>
              <a:gd name="connsiteY1" fmla="*/ 0 h 6362700"/>
              <a:gd name="connsiteX2" fmla="*/ 11861800 w 11861800"/>
              <a:gd name="connsiteY2" fmla="*/ 819198 h 6362700"/>
              <a:gd name="connsiteX3" fmla="*/ 11861800 w 11861800"/>
              <a:gd name="connsiteY3" fmla="*/ 5543502 h 6362700"/>
              <a:gd name="connsiteX4" fmla="*/ 11042602 w 11861800"/>
              <a:gd name="connsiteY4" fmla="*/ 6362700 h 6362700"/>
              <a:gd name="connsiteX5" fmla="*/ 0 w 11861800"/>
              <a:gd name="connsiteY5" fmla="*/ 6362700 h 6362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861800" h="6362700">
                <a:moveTo>
                  <a:pt x="0" y="0"/>
                </a:moveTo>
                <a:lnTo>
                  <a:pt x="11042602" y="0"/>
                </a:lnTo>
                <a:cubicBezTo>
                  <a:pt x="11495033" y="0"/>
                  <a:pt x="11861800" y="366767"/>
                  <a:pt x="11861800" y="819198"/>
                </a:cubicBezTo>
                <a:lnTo>
                  <a:pt x="11861800" y="5543502"/>
                </a:lnTo>
                <a:cubicBezTo>
                  <a:pt x="11861800" y="5995933"/>
                  <a:pt x="11495033" y="6362700"/>
                  <a:pt x="11042602" y="6362700"/>
                </a:cubicBezTo>
                <a:lnTo>
                  <a:pt x="0" y="6362700"/>
                </a:ln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23" name="Freeform: Shape 22">
            <a:extLst>
              <a:ext uri="{FF2B5EF4-FFF2-40B4-BE49-F238E27FC236}">
                <a16:creationId xmlns:a16="http://schemas.microsoft.com/office/drawing/2014/main" id="{008C8038-FA73-08C5-C7EC-459DEC5181D5}"/>
              </a:ext>
            </a:extLst>
          </p:cNvPr>
          <p:cNvSpPr/>
          <p:nvPr userDrawn="1"/>
        </p:nvSpPr>
        <p:spPr>
          <a:xfrm rot="2700000">
            <a:off x="9238214" y="-735198"/>
            <a:ext cx="2460591" cy="4778211"/>
          </a:xfrm>
          <a:custGeom>
            <a:avLst/>
            <a:gdLst>
              <a:gd name="connsiteX0" fmla="*/ 0 w 2460591"/>
              <a:gd name="connsiteY0" fmla="*/ 1280424 h 4778211"/>
              <a:gd name="connsiteX1" fmla="*/ 1280424 w 2460591"/>
              <a:gd name="connsiteY1" fmla="*/ 0 h 4778211"/>
              <a:gd name="connsiteX2" fmla="*/ 2460591 w 2460591"/>
              <a:gd name="connsiteY2" fmla="*/ 1180167 h 4778211"/>
              <a:gd name="connsiteX3" fmla="*/ 2460591 w 2460591"/>
              <a:gd name="connsiteY3" fmla="*/ 3547915 h 4778211"/>
              <a:gd name="connsiteX4" fmla="*/ 1230295 w 2460591"/>
              <a:gd name="connsiteY4" fmla="*/ 4778211 h 4778211"/>
              <a:gd name="connsiteX5" fmla="*/ 1230296 w 2460591"/>
              <a:gd name="connsiteY5" fmla="*/ 4778210 h 4778211"/>
              <a:gd name="connsiteX6" fmla="*/ 0 w 2460591"/>
              <a:gd name="connsiteY6" fmla="*/ 3547914 h 47782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60591" h="4778211">
                <a:moveTo>
                  <a:pt x="0" y="1280424"/>
                </a:moveTo>
                <a:lnTo>
                  <a:pt x="1280424" y="0"/>
                </a:lnTo>
                <a:lnTo>
                  <a:pt x="2460591" y="1180167"/>
                </a:lnTo>
                <a:lnTo>
                  <a:pt x="2460591" y="3547915"/>
                </a:lnTo>
                <a:cubicBezTo>
                  <a:pt x="2460591" y="4227389"/>
                  <a:pt x="1909769" y="4778211"/>
                  <a:pt x="1230295" y="4778211"/>
                </a:cubicBezTo>
                <a:lnTo>
                  <a:pt x="1230296" y="4778210"/>
                </a:lnTo>
                <a:cubicBezTo>
                  <a:pt x="550822" y="4778210"/>
                  <a:pt x="0" y="4227388"/>
                  <a:pt x="0" y="354791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sp>
        <p:nvSpPr>
          <p:cNvPr id="7" name="Rectangle: Rounded Corners 6">
            <a:extLst>
              <a:ext uri="{FF2B5EF4-FFF2-40B4-BE49-F238E27FC236}">
                <a16:creationId xmlns:a16="http://schemas.microsoft.com/office/drawing/2014/main" id="{0A6F5794-85A7-17A2-FFC2-4D48EE025E27}"/>
              </a:ext>
            </a:extLst>
          </p:cNvPr>
          <p:cNvSpPr/>
          <p:nvPr userDrawn="1"/>
        </p:nvSpPr>
        <p:spPr>
          <a:xfrm rot="2700000">
            <a:off x="9018425" y="1722637"/>
            <a:ext cx="1400920" cy="3088994"/>
          </a:xfrm>
          <a:prstGeom prst="roundRect">
            <a:avLst>
              <a:gd name="adj" fmla="val 5000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21" name="Freeform: Shape 20">
            <a:extLst>
              <a:ext uri="{FF2B5EF4-FFF2-40B4-BE49-F238E27FC236}">
                <a16:creationId xmlns:a16="http://schemas.microsoft.com/office/drawing/2014/main" id="{00DF1DF1-E612-7259-00E2-0E94AA9CD634}"/>
              </a:ext>
            </a:extLst>
          </p:cNvPr>
          <p:cNvSpPr/>
          <p:nvPr userDrawn="1"/>
        </p:nvSpPr>
        <p:spPr>
          <a:xfrm rot="2700000">
            <a:off x="11090780" y="1102947"/>
            <a:ext cx="573932" cy="2880691"/>
          </a:xfrm>
          <a:custGeom>
            <a:avLst/>
            <a:gdLst>
              <a:gd name="connsiteX0" fmla="*/ 0 w 573932"/>
              <a:gd name="connsiteY0" fmla="*/ 0 h 2880691"/>
              <a:gd name="connsiteX1" fmla="*/ 573932 w 573932"/>
              <a:gd name="connsiteY1" fmla="*/ 573932 h 2880691"/>
              <a:gd name="connsiteX2" fmla="*/ 573932 w 573932"/>
              <a:gd name="connsiteY2" fmla="*/ 2593725 h 2880691"/>
              <a:gd name="connsiteX3" fmla="*/ 286966 w 573932"/>
              <a:gd name="connsiteY3" fmla="*/ 2880691 h 2880691"/>
              <a:gd name="connsiteX4" fmla="*/ 0 w 573932"/>
              <a:gd name="connsiteY4" fmla="*/ 2593725 h 28806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3932" h="2880691">
                <a:moveTo>
                  <a:pt x="0" y="0"/>
                </a:moveTo>
                <a:lnTo>
                  <a:pt x="573932" y="573932"/>
                </a:lnTo>
                <a:lnTo>
                  <a:pt x="573932" y="2593725"/>
                </a:lnTo>
                <a:cubicBezTo>
                  <a:pt x="573932" y="2752212"/>
                  <a:pt x="445453" y="2880691"/>
                  <a:pt x="286966" y="2880691"/>
                </a:cubicBezTo>
                <a:cubicBezTo>
                  <a:pt x="128479" y="2880691"/>
                  <a:pt x="0" y="2752212"/>
                  <a:pt x="0" y="2593725"/>
                </a:cubicBez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9" name="Graphic 8">
            <a:extLst>
              <a:ext uri="{FF2B5EF4-FFF2-40B4-BE49-F238E27FC236}">
                <a16:creationId xmlns:a16="http://schemas.microsoft.com/office/drawing/2014/main" id="{A32A4BBE-9AC6-9A23-A558-3095FF713B79}"/>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726120" y="5218685"/>
            <a:ext cx="2212298" cy="399963"/>
          </a:xfrm>
          <a:prstGeom prst="rect">
            <a:avLst/>
          </a:prstGeom>
        </p:spPr>
      </p:pic>
      <p:sp>
        <p:nvSpPr>
          <p:cNvPr id="10" name="Title 1">
            <a:extLst>
              <a:ext uri="{FF2B5EF4-FFF2-40B4-BE49-F238E27FC236}">
                <a16:creationId xmlns:a16="http://schemas.microsoft.com/office/drawing/2014/main" id="{FD57E1A5-6398-744B-9D89-B5FC950E8582}"/>
              </a:ext>
            </a:extLst>
          </p:cNvPr>
          <p:cNvSpPr>
            <a:spLocks noGrp="1"/>
          </p:cNvSpPr>
          <p:nvPr>
            <p:ph type="title" hasCustomPrompt="1"/>
          </p:nvPr>
        </p:nvSpPr>
        <p:spPr bwMode="white">
          <a:xfrm>
            <a:off x="560269" y="1265342"/>
            <a:ext cx="5650031" cy="2087458"/>
          </a:xfrm>
          <a:prstGeom prst="rect">
            <a:avLst/>
          </a:prstGeom>
        </p:spPr>
        <p:txBody>
          <a:bodyPr vert="horz" anchor="t" anchorCtr="0"/>
          <a:lstStyle>
            <a:lvl1pPr>
              <a:lnSpc>
                <a:spcPct val="100000"/>
              </a:lnSpc>
              <a:defRPr sz="4400" b="0">
                <a:solidFill>
                  <a:schemeClr val="tx2"/>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11" name="Subtitle 2">
            <a:extLst>
              <a:ext uri="{FF2B5EF4-FFF2-40B4-BE49-F238E27FC236}">
                <a16:creationId xmlns:a16="http://schemas.microsoft.com/office/drawing/2014/main" id="{3D3BA533-3ADD-8D51-053C-1D0D9AD3232B}"/>
              </a:ext>
            </a:extLst>
          </p:cNvPr>
          <p:cNvSpPr>
            <a:spLocks noGrp="1"/>
          </p:cNvSpPr>
          <p:nvPr>
            <p:ph type="subTitle" idx="1" hasCustomPrompt="1"/>
          </p:nvPr>
        </p:nvSpPr>
        <p:spPr>
          <a:xfrm>
            <a:off x="560269" y="767271"/>
            <a:ext cx="1841636" cy="325776"/>
          </a:xfrm>
          <a:prstGeom prst="rect">
            <a:avLst/>
          </a:prstGeom>
        </p:spPr>
        <p:txBody>
          <a:bodyPr anchor="ctr">
            <a:noAutofit/>
          </a:bodyPr>
          <a:lstStyle>
            <a:lvl1pPr marL="0" indent="0" algn="l">
              <a:lnSpc>
                <a:spcPct val="100000"/>
              </a:lnSpc>
              <a:spcBef>
                <a:spcPts val="200"/>
              </a:spcBef>
              <a:buNone/>
              <a:defRPr sz="1200" b="1" cap="all" baseline="0">
                <a:solidFill>
                  <a:schemeClr val="accent2"/>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sp>
        <p:nvSpPr>
          <p:cNvPr id="2" name="Picture Placeholder 41">
            <a:extLst>
              <a:ext uri="{FF2B5EF4-FFF2-40B4-BE49-F238E27FC236}">
                <a16:creationId xmlns:a16="http://schemas.microsoft.com/office/drawing/2014/main" id="{646C28D9-E3F6-9E2B-04BE-29A79EA6668D}"/>
              </a:ext>
            </a:extLst>
          </p:cNvPr>
          <p:cNvSpPr>
            <a:spLocks noGrp="1"/>
          </p:cNvSpPr>
          <p:nvPr>
            <p:ph type="pic" sz="quarter" idx="14" hasCustomPrompt="1"/>
          </p:nvPr>
        </p:nvSpPr>
        <p:spPr>
          <a:xfrm>
            <a:off x="8667751" y="3414409"/>
            <a:ext cx="3194049" cy="3189591"/>
          </a:xfrm>
          <a:prstGeom prst="roundRect">
            <a:avLst>
              <a:gd name="adj" fmla="val 24829"/>
            </a:avLst>
          </a:pr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Tree>
    <p:extLst>
      <p:ext uri="{BB962C8B-B14F-4D97-AF65-F5344CB8AC3E}">
        <p14:creationId xmlns:p14="http://schemas.microsoft.com/office/powerpoint/2010/main" val="2984656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vider 2026-07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3439591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Rectangle: Top Corners Rounded 5">
            <a:extLst>
              <a:ext uri="{FF2B5EF4-FFF2-40B4-BE49-F238E27FC236}">
                <a16:creationId xmlns:a16="http://schemas.microsoft.com/office/drawing/2014/main" id="{06A038E8-64AE-8880-6663-5B5585D30CCB}"/>
              </a:ext>
            </a:extLst>
          </p:cNvPr>
          <p:cNvSpPr/>
          <p:nvPr userDrawn="1"/>
        </p:nvSpPr>
        <p:spPr>
          <a:xfrm rot="5400000">
            <a:off x="2133600" y="-1543050"/>
            <a:ext cx="5676900" cy="9944100"/>
          </a:xfrm>
          <a:prstGeom prst="round2SameRect">
            <a:avLst>
              <a:gd name="adj1" fmla="val 50000"/>
              <a:gd name="adj2"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sp>
        <p:nvSpPr>
          <p:cNvPr id="10" name="Freeform: Shape 9">
            <a:extLst>
              <a:ext uri="{FF2B5EF4-FFF2-40B4-BE49-F238E27FC236}">
                <a16:creationId xmlns:a16="http://schemas.microsoft.com/office/drawing/2014/main" id="{330374AA-A7E2-AECE-1458-73409259AA40}"/>
              </a:ext>
            </a:extLst>
          </p:cNvPr>
          <p:cNvSpPr/>
          <p:nvPr userDrawn="1"/>
        </p:nvSpPr>
        <p:spPr>
          <a:xfrm>
            <a:off x="2" y="589788"/>
            <a:ext cx="2853043" cy="5678424"/>
          </a:xfrm>
          <a:custGeom>
            <a:avLst/>
            <a:gdLst>
              <a:gd name="connsiteX0" fmla="*/ 0 w 2853043"/>
              <a:gd name="connsiteY0" fmla="*/ 0 h 5678424"/>
              <a:gd name="connsiteX1" fmla="*/ 13830 w 2853043"/>
              <a:gd name="connsiteY1" fmla="*/ 0 h 5678424"/>
              <a:gd name="connsiteX2" fmla="*/ 2853043 w 2853043"/>
              <a:gd name="connsiteY2" fmla="*/ 2839212 h 5678424"/>
              <a:gd name="connsiteX3" fmla="*/ 2853042 w 2853043"/>
              <a:gd name="connsiteY3" fmla="*/ 2839212 h 5678424"/>
              <a:gd name="connsiteX4" fmla="*/ 13829 w 2853043"/>
              <a:gd name="connsiteY4" fmla="*/ 5678424 h 5678424"/>
              <a:gd name="connsiteX5" fmla="*/ 0 w 2853043"/>
              <a:gd name="connsiteY5" fmla="*/ 5678424 h 5678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853043" h="5678424">
                <a:moveTo>
                  <a:pt x="0" y="0"/>
                </a:moveTo>
                <a:lnTo>
                  <a:pt x="13830" y="0"/>
                </a:lnTo>
                <a:cubicBezTo>
                  <a:pt x="1581884" y="0"/>
                  <a:pt x="2853043" y="1271159"/>
                  <a:pt x="2853043" y="2839212"/>
                </a:cubicBezTo>
                <a:lnTo>
                  <a:pt x="2853042" y="2839212"/>
                </a:lnTo>
                <a:cubicBezTo>
                  <a:pt x="2853042" y="4407266"/>
                  <a:pt x="1581883" y="5678424"/>
                  <a:pt x="13829" y="5678424"/>
                </a:cubicBezTo>
                <a:lnTo>
                  <a:pt x="0" y="5678424"/>
                </a:lnTo>
                <a:close/>
              </a:path>
            </a:pathLst>
          </a:custGeom>
          <a:gradFill flip="none" rotWithShape="1">
            <a:gsLst>
              <a:gs pos="0">
                <a:srgbClr val="3E747E"/>
              </a:gs>
              <a:gs pos="98000">
                <a:srgbClr val="6CE5C1"/>
              </a:gs>
            </a:gsLst>
            <a:lin ang="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err="1"/>
          </a:p>
        </p:txBody>
      </p:sp>
      <p:pic>
        <p:nvPicPr>
          <p:cNvPr id="5" name="Graphic 4">
            <a:extLst>
              <a:ext uri="{FF2B5EF4-FFF2-40B4-BE49-F238E27FC236}">
                <a16:creationId xmlns:a16="http://schemas.microsoft.com/office/drawing/2014/main" id="{581C33A8-1F18-8162-5652-8392E5AF9164}"/>
              </a:ext>
            </a:extLst>
          </p:cNvPr>
          <p:cNvPicPr>
            <a:picLocks/>
          </p:cNvPicPr>
          <p:nvPr userDrawn="1"/>
        </p:nvPicPr>
        <p:blipFill>
          <a:blip>
            <a:extLst>
              <a:ext uri="{96DAC541-7B7A-43D3-8B79-37D633B846F1}">
                <asvg:svgBlip xmlns:asvg="http://schemas.microsoft.com/office/drawing/2016/SVG/main" r:embed="rId5"/>
              </a:ext>
            </a:extLst>
          </a:blip>
          <a:stretch>
            <a:fillRect/>
          </a:stretch>
        </p:blipFill>
        <p:spPr>
          <a:xfrm>
            <a:off x="9360095" y="5843933"/>
            <a:ext cx="2212298" cy="399963"/>
          </a:xfrm>
          <a:prstGeom prst="rect">
            <a:avLst/>
          </a:prstGeom>
        </p:spPr>
      </p:pic>
      <p:sp>
        <p:nvSpPr>
          <p:cNvPr id="14" name="Title 1">
            <a:extLst>
              <a:ext uri="{FF2B5EF4-FFF2-40B4-BE49-F238E27FC236}">
                <a16:creationId xmlns:a16="http://schemas.microsoft.com/office/drawing/2014/main" id="{4411A8A4-6024-50CD-FEB3-D5754242D804}"/>
              </a:ext>
            </a:extLst>
          </p:cNvPr>
          <p:cNvSpPr>
            <a:spLocks noGrp="1"/>
          </p:cNvSpPr>
          <p:nvPr>
            <p:ph type="title" hasCustomPrompt="1"/>
          </p:nvPr>
        </p:nvSpPr>
        <p:spPr bwMode="white">
          <a:xfrm>
            <a:off x="3354269" y="2400302"/>
            <a:ext cx="5446831" cy="2057398"/>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Tree>
    <p:extLst>
      <p:ext uri="{BB962C8B-B14F-4D97-AF65-F5344CB8AC3E}">
        <p14:creationId xmlns:p14="http://schemas.microsoft.com/office/powerpoint/2010/main" val="3893494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vider 2026-08 - IQVIA">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1C864DD5-4E04-C014-88C4-72B74F205ACF}"/>
              </a:ext>
            </a:extLst>
          </p:cNvPr>
          <p:cNvGraphicFramePr>
            <a:graphicFrameLocks noChangeAspect="1"/>
          </p:cNvGraphicFramePr>
          <p:nvPr userDrawn="1">
            <p:custDataLst>
              <p:tags r:id="rId1"/>
            </p:custDataLst>
            <p:extLst>
              <p:ext uri="{D42A27DB-BD31-4B8C-83A1-F6EECF244321}">
                <p14:modId xmlns:p14="http://schemas.microsoft.com/office/powerpoint/2010/main" val="4808110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3" name="think-cell data - do not delete" hidden="1">
                        <a:extLst>
                          <a:ext uri="{FF2B5EF4-FFF2-40B4-BE49-F238E27FC236}">
                            <a16:creationId xmlns:a16="http://schemas.microsoft.com/office/drawing/2014/main" id="{1C864DD5-4E04-C014-88C4-72B74F205AC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42" name="Rectangle 41">
            <a:extLst>
              <a:ext uri="{FF2B5EF4-FFF2-40B4-BE49-F238E27FC236}">
                <a16:creationId xmlns:a16="http://schemas.microsoft.com/office/drawing/2014/main" id="{6D66F840-DC3F-98E2-1515-EBA85FF8AB6E}"/>
              </a:ext>
            </a:extLst>
          </p:cNvPr>
          <p:cNvSpPr/>
          <p:nvPr userDrawn="1"/>
        </p:nvSpPr>
        <p:spPr>
          <a:xfrm>
            <a:off x="0" y="0"/>
            <a:ext cx="12191999"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err="1"/>
          </a:p>
        </p:txBody>
      </p:sp>
      <p:grpSp>
        <p:nvGrpSpPr>
          <p:cNvPr id="33" name="Group 32">
            <a:extLst>
              <a:ext uri="{FF2B5EF4-FFF2-40B4-BE49-F238E27FC236}">
                <a16:creationId xmlns:a16="http://schemas.microsoft.com/office/drawing/2014/main" id="{E3F9D131-ED47-159F-D2D8-EE9600953C46}"/>
              </a:ext>
            </a:extLst>
          </p:cNvPr>
          <p:cNvGrpSpPr/>
          <p:nvPr userDrawn="1"/>
        </p:nvGrpSpPr>
        <p:grpSpPr>
          <a:xfrm>
            <a:off x="6291548" y="469901"/>
            <a:ext cx="5651999" cy="5905499"/>
            <a:chOff x="-3636639" y="711200"/>
            <a:chExt cx="6563187" cy="6857555"/>
          </a:xfrm>
        </p:grpSpPr>
        <p:sp>
          <p:nvSpPr>
            <p:cNvPr id="8" name="Freeform: Shape 7">
              <a:extLst>
                <a:ext uri="{FF2B5EF4-FFF2-40B4-BE49-F238E27FC236}">
                  <a16:creationId xmlns:a16="http://schemas.microsoft.com/office/drawing/2014/main" id="{1B0CD13D-716D-C239-E3F7-94F356E4BDD1}"/>
                </a:ext>
              </a:extLst>
            </p:cNvPr>
            <p:cNvSpPr/>
            <p:nvPr/>
          </p:nvSpPr>
          <p:spPr>
            <a:xfrm>
              <a:off x="-2915180" y="711200"/>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9" name="Freeform: Shape 8">
              <a:extLst>
                <a:ext uri="{FF2B5EF4-FFF2-40B4-BE49-F238E27FC236}">
                  <a16:creationId xmlns:a16="http://schemas.microsoft.com/office/drawing/2014/main" id="{D8E56412-5E8B-A1F9-6893-9684E967775D}"/>
                </a:ext>
              </a:extLst>
            </p:cNvPr>
            <p:cNvSpPr/>
            <p:nvPr/>
          </p:nvSpPr>
          <p:spPr>
            <a:xfrm>
              <a:off x="-1246696" y="711200"/>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2"/>
                    <a:pt x="1206105" y="920392"/>
                  </a:cubicBezTo>
                  <a:lnTo>
                    <a:pt x="460233" y="920392"/>
                  </a:lnTo>
                  <a:cubicBezTo>
                    <a:pt x="206053" y="920392"/>
                    <a:pt x="0" y="714339"/>
                    <a:pt x="0" y="460159"/>
                  </a:cubicBezTo>
                  <a:lnTo>
                    <a:pt x="0" y="460233"/>
                  </a:lnTo>
                  <a:cubicBezTo>
                    <a:pt x="0" y="206053"/>
                    <a:pt x="206053" y="0"/>
                    <a:pt x="460233" y="0"/>
                  </a:cubicBezTo>
                  <a:close/>
                </a:path>
              </a:pathLst>
            </a:custGeom>
            <a:solidFill>
              <a:srgbClr val="5CC8F9"/>
            </a:solidFill>
            <a:ln w="7388" cap="flat">
              <a:noFill/>
              <a:prstDash val="solid"/>
              <a:miter/>
            </a:ln>
          </p:spPr>
          <p:txBody>
            <a:bodyPr rtlCol="0" anchor="ctr"/>
            <a:lstStyle/>
            <a:p>
              <a:endParaRPr lang="en-US"/>
            </a:p>
          </p:txBody>
        </p:sp>
        <p:sp>
          <p:nvSpPr>
            <p:cNvPr id="10" name="Freeform: Shape 9">
              <a:extLst>
                <a:ext uri="{FF2B5EF4-FFF2-40B4-BE49-F238E27FC236}">
                  <a16:creationId xmlns:a16="http://schemas.microsoft.com/office/drawing/2014/main" id="{04C4114B-28B5-5F88-4DC0-2E450A0C1E15}"/>
                </a:ext>
              </a:extLst>
            </p:cNvPr>
            <p:cNvSpPr/>
            <p:nvPr/>
          </p:nvSpPr>
          <p:spPr>
            <a:xfrm>
              <a:off x="-1246770"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1" name="Freeform: Shape 10">
              <a:extLst>
                <a:ext uri="{FF2B5EF4-FFF2-40B4-BE49-F238E27FC236}">
                  <a16:creationId xmlns:a16="http://schemas.microsoft.com/office/drawing/2014/main" id="{32AEE555-A49B-9B6E-955F-DA38BEC6E48D}"/>
                </a:ext>
              </a:extLst>
            </p:cNvPr>
            <p:cNvSpPr/>
            <p:nvPr/>
          </p:nvSpPr>
          <p:spPr>
            <a:xfrm>
              <a:off x="1228546" y="711200"/>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B97164CF-FD44-445F-654A-F40CBDDCA5F8}"/>
                </a:ext>
              </a:extLst>
            </p:cNvPr>
            <p:cNvSpPr/>
            <p:nvPr/>
          </p:nvSpPr>
          <p:spPr>
            <a:xfrm>
              <a:off x="-413526" y="1632332"/>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6" y="920393"/>
                    <a:pt x="1206106" y="920393"/>
                  </a:cubicBezTo>
                  <a:lnTo>
                    <a:pt x="460233" y="920393"/>
                  </a:lnTo>
                  <a:cubicBezTo>
                    <a:pt x="206053" y="920393"/>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8501A8E-B988-B0A4-38C2-E875AACF00F3}"/>
                </a:ext>
              </a:extLst>
            </p:cNvPr>
            <p:cNvSpPr/>
            <p:nvPr/>
          </p:nvSpPr>
          <p:spPr>
            <a:xfrm>
              <a:off x="308153" y="1632258"/>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EE634FCA-D671-8E4E-FB65-176D5753BD81}"/>
                </a:ext>
              </a:extLst>
            </p:cNvPr>
            <p:cNvSpPr/>
            <p:nvPr/>
          </p:nvSpPr>
          <p:spPr>
            <a:xfrm>
              <a:off x="611252" y="2552724"/>
              <a:ext cx="2315296" cy="920392"/>
            </a:xfrm>
            <a:custGeom>
              <a:avLst/>
              <a:gdLst>
                <a:gd name="connsiteX0" fmla="*/ 1855063 w 2315296"/>
                <a:gd name="connsiteY0" fmla="*/ 0 h 920392"/>
                <a:gd name="connsiteX1" fmla="*/ 2315297 w 2315296"/>
                <a:gd name="connsiteY1" fmla="*/ 460233 h 920392"/>
                <a:gd name="connsiteX2" fmla="*/ 2315297 w 2315296"/>
                <a:gd name="connsiteY2" fmla="*/ 460159 h 920392"/>
                <a:gd name="connsiteX3" fmla="*/ 1855063 w 2315296"/>
                <a:gd name="connsiteY3" fmla="*/ 920392 h 920392"/>
                <a:gd name="connsiteX4" fmla="*/ 460233 w 2315296"/>
                <a:gd name="connsiteY4" fmla="*/ 920392 h 920392"/>
                <a:gd name="connsiteX5" fmla="*/ 0 w 2315296"/>
                <a:gd name="connsiteY5" fmla="*/ 460159 h 920392"/>
                <a:gd name="connsiteX6" fmla="*/ 0 w 2315296"/>
                <a:gd name="connsiteY6" fmla="*/ 460233 h 920392"/>
                <a:gd name="connsiteX7" fmla="*/ 460233 w 2315296"/>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15296" h="920392">
                  <a:moveTo>
                    <a:pt x="1855063" y="0"/>
                  </a:moveTo>
                  <a:cubicBezTo>
                    <a:pt x="2109243" y="0"/>
                    <a:pt x="2315297" y="206053"/>
                    <a:pt x="2315297" y="460233"/>
                  </a:cubicBezTo>
                  <a:lnTo>
                    <a:pt x="2315297" y="460159"/>
                  </a:lnTo>
                  <a:cubicBezTo>
                    <a:pt x="2315297" y="714339"/>
                    <a:pt x="2109243" y="920392"/>
                    <a:pt x="1855063" y="920392"/>
                  </a:cubicBezTo>
                  <a:lnTo>
                    <a:pt x="460233" y="920392"/>
                  </a:lnTo>
                  <a:cubicBezTo>
                    <a:pt x="206054" y="920392"/>
                    <a:pt x="0" y="714339"/>
                    <a:pt x="0" y="460159"/>
                  </a:cubicBezTo>
                  <a:lnTo>
                    <a:pt x="0" y="460233"/>
                  </a:lnTo>
                  <a:cubicBezTo>
                    <a:pt x="0" y="206053"/>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D924FC20-7D0D-869C-E9B7-7B299C8191A2}"/>
                </a:ext>
              </a:extLst>
            </p:cNvPr>
            <p:cNvSpPr/>
            <p:nvPr/>
          </p:nvSpPr>
          <p:spPr>
            <a:xfrm>
              <a:off x="1228546" y="3473117"/>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D97B7C2-D247-4CB8-F5BE-35AB2F63072A}"/>
                </a:ext>
              </a:extLst>
            </p:cNvPr>
            <p:cNvSpPr/>
            <p:nvPr/>
          </p:nvSpPr>
          <p:spPr>
            <a:xfrm>
              <a:off x="1228620" y="4398096"/>
              <a:ext cx="1697928" cy="920392"/>
            </a:xfrm>
            <a:custGeom>
              <a:avLst/>
              <a:gdLst>
                <a:gd name="connsiteX0" fmla="*/ 1250642 w 1697928"/>
                <a:gd name="connsiteY0" fmla="*/ 0 h 920392"/>
                <a:gd name="connsiteX1" fmla="*/ 1697929 w 1697928"/>
                <a:gd name="connsiteY1" fmla="*/ 447287 h 920392"/>
                <a:gd name="connsiteX2" fmla="*/ 1697929 w 1697928"/>
                <a:gd name="connsiteY2" fmla="*/ 473106 h 920392"/>
                <a:gd name="connsiteX3" fmla="*/ 1250642 w 1697928"/>
                <a:gd name="connsiteY3" fmla="*/ 920393 h 920392"/>
                <a:gd name="connsiteX4" fmla="*/ 447286 w 1697928"/>
                <a:gd name="connsiteY4" fmla="*/ 920393 h 920392"/>
                <a:gd name="connsiteX5" fmla="*/ 0 w 1697928"/>
                <a:gd name="connsiteY5" fmla="*/ 473106 h 920392"/>
                <a:gd name="connsiteX6" fmla="*/ 0 w 1697928"/>
                <a:gd name="connsiteY6" fmla="*/ 447287 h 920392"/>
                <a:gd name="connsiteX7" fmla="*/ 447286 w 169792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97928" h="920392">
                  <a:moveTo>
                    <a:pt x="1250642" y="0"/>
                  </a:moveTo>
                  <a:cubicBezTo>
                    <a:pt x="1497671" y="0"/>
                    <a:pt x="1697929" y="200257"/>
                    <a:pt x="1697929" y="447287"/>
                  </a:cubicBezTo>
                  <a:lnTo>
                    <a:pt x="1697929" y="473106"/>
                  </a:lnTo>
                  <a:cubicBezTo>
                    <a:pt x="1697929" y="720135"/>
                    <a:pt x="1497672" y="920393"/>
                    <a:pt x="1250642" y="920393"/>
                  </a:cubicBezTo>
                  <a:lnTo>
                    <a:pt x="447286" y="920393"/>
                  </a:lnTo>
                  <a:cubicBezTo>
                    <a:pt x="200257" y="920393"/>
                    <a:pt x="0" y="720136"/>
                    <a:pt x="0" y="473106"/>
                  </a:cubicBezTo>
                  <a:lnTo>
                    <a:pt x="0" y="447287"/>
                  </a:lnTo>
                  <a:cubicBezTo>
                    <a:pt x="0" y="200257"/>
                    <a:pt x="200257" y="0"/>
                    <a:pt x="447286" y="0"/>
                  </a:cubicBezTo>
                  <a:close/>
                </a:path>
              </a:pathLst>
            </a:custGeom>
            <a:solidFill>
              <a:srgbClr val="6EEAC4"/>
            </a:solidFill>
            <a:ln w="7388"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6A346994-B426-203A-07D5-80547C708E56}"/>
                </a:ext>
              </a:extLst>
            </p:cNvPr>
            <p:cNvSpPr/>
            <p:nvPr/>
          </p:nvSpPr>
          <p:spPr>
            <a:xfrm>
              <a:off x="698919" y="5323001"/>
              <a:ext cx="1687275" cy="920392"/>
            </a:xfrm>
            <a:custGeom>
              <a:avLst/>
              <a:gdLst>
                <a:gd name="connsiteX0" fmla="*/ 1227042 w 1687275"/>
                <a:gd name="connsiteY0" fmla="*/ 0 h 920392"/>
                <a:gd name="connsiteX1" fmla="*/ 1687276 w 1687275"/>
                <a:gd name="connsiteY1" fmla="*/ 460233 h 920392"/>
                <a:gd name="connsiteX2" fmla="*/ 1687276 w 1687275"/>
                <a:gd name="connsiteY2" fmla="*/ 460159 h 920392"/>
                <a:gd name="connsiteX3" fmla="*/ 1227042 w 1687275"/>
                <a:gd name="connsiteY3" fmla="*/ 920393 h 920392"/>
                <a:gd name="connsiteX4" fmla="*/ 460233 w 1687275"/>
                <a:gd name="connsiteY4" fmla="*/ 920393 h 920392"/>
                <a:gd name="connsiteX5" fmla="*/ 0 w 1687275"/>
                <a:gd name="connsiteY5" fmla="*/ 460159 h 920392"/>
                <a:gd name="connsiteX6" fmla="*/ 0 w 1687275"/>
                <a:gd name="connsiteY6" fmla="*/ 460233 h 920392"/>
                <a:gd name="connsiteX7" fmla="*/ 460233 w 1687275"/>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87275" h="920392">
                  <a:moveTo>
                    <a:pt x="1227042" y="0"/>
                  </a:moveTo>
                  <a:cubicBezTo>
                    <a:pt x="1481222" y="0"/>
                    <a:pt x="1687276" y="206053"/>
                    <a:pt x="1687276" y="460233"/>
                  </a:cubicBezTo>
                  <a:lnTo>
                    <a:pt x="1687276" y="460159"/>
                  </a:lnTo>
                  <a:cubicBezTo>
                    <a:pt x="1687276" y="714339"/>
                    <a:pt x="1481222" y="920393"/>
                    <a:pt x="1227042" y="920393"/>
                  </a:cubicBezTo>
                  <a:lnTo>
                    <a:pt x="460233" y="920393"/>
                  </a:lnTo>
                  <a:cubicBezTo>
                    <a:pt x="206054"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15C3DCF-B310-DBED-FE6D-0455460C74D5}"/>
                </a:ext>
              </a:extLst>
            </p:cNvPr>
            <p:cNvSpPr/>
            <p:nvPr/>
          </p:nvSpPr>
          <p:spPr>
            <a:xfrm>
              <a:off x="1228546" y="6477320"/>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EFF6048-5617-D6BF-9EBC-40116B532B38}"/>
                </a:ext>
              </a:extLst>
            </p:cNvPr>
            <p:cNvSpPr/>
            <p:nvPr/>
          </p:nvSpPr>
          <p:spPr>
            <a:xfrm>
              <a:off x="308153" y="6477320"/>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0AC4BC1-7BB5-461D-4186-57D7CB424A62}"/>
                </a:ext>
              </a:extLst>
            </p:cNvPr>
            <p:cNvSpPr/>
            <p:nvPr/>
          </p:nvSpPr>
          <p:spPr>
            <a:xfrm rot="5400000">
              <a:off x="-783170" y="363990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2 h 920392"/>
                <a:gd name="connsiteX4" fmla="*/ 460233 w 1666338"/>
                <a:gd name="connsiteY4" fmla="*/ 920392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6" y="920392"/>
                    <a:pt x="1206105" y="920392"/>
                  </a:cubicBezTo>
                  <a:lnTo>
                    <a:pt x="460233" y="920392"/>
                  </a:lnTo>
                  <a:cubicBezTo>
                    <a:pt x="206053" y="920392"/>
                    <a:pt x="0" y="714339"/>
                    <a:pt x="0" y="460159"/>
                  </a:cubicBezTo>
                  <a:lnTo>
                    <a:pt x="0" y="460233"/>
                  </a:lnTo>
                  <a:cubicBezTo>
                    <a:pt x="0" y="206053"/>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26CC3A3-6381-6772-A88F-6A1C877E2CD2}"/>
                </a:ext>
              </a:extLst>
            </p:cNvPr>
            <p:cNvSpPr/>
            <p:nvPr/>
          </p:nvSpPr>
          <p:spPr>
            <a:xfrm>
              <a:off x="-413526" y="4012879"/>
              <a:ext cx="920466" cy="920466"/>
            </a:xfrm>
            <a:custGeom>
              <a:avLst/>
              <a:gdLst>
                <a:gd name="connsiteX0" fmla="*/ 920467 w 920466"/>
                <a:gd name="connsiteY0" fmla="*/ 460233 h 920466"/>
                <a:gd name="connsiteX1" fmla="*/ 460234 w 920466"/>
                <a:gd name="connsiteY1" fmla="*/ 920467 h 920466"/>
                <a:gd name="connsiteX2" fmla="*/ 0 w 920466"/>
                <a:gd name="connsiteY2" fmla="*/ 460233 h 920466"/>
                <a:gd name="connsiteX3" fmla="*/ 460234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4" y="920467"/>
                  </a:cubicBezTo>
                  <a:cubicBezTo>
                    <a:pt x="206054" y="920467"/>
                    <a:pt x="0" y="714413"/>
                    <a:pt x="0" y="460233"/>
                  </a:cubicBezTo>
                  <a:cubicBezTo>
                    <a:pt x="0" y="206054"/>
                    <a:pt x="206054" y="0"/>
                    <a:pt x="460234" y="0"/>
                  </a:cubicBezTo>
                  <a:cubicBezTo>
                    <a:pt x="714413" y="0"/>
                    <a:pt x="920467" y="206054"/>
                    <a:pt x="920467" y="460233"/>
                  </a:cubicBezTo>
                  <a:close/>
                </a:path>
              </a:pathLst>
            </a:custGeom>
            <a:solidFill>
              <a:srgbClr val="5CC8F9"/>
            </a:solidFill>
            <a:ln w="7388"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487F3FD4-7F0C-7B88-D5D7-A9B1D4E7EDCD}"/>
                </a:ext>
              </a:extLst>
            </p:cNvPr>
            <p:cNvSpPr/>
            <p:nvPr/>
          </p:nvSpPr>
          <p:spPr>
            <a:xfrm>
              <a:off x="-41019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4719D077-291C-F22B-E91D-1D74A19CCC20}"/>
                </a:ext>
              </a:extLst>
            </p:cNvPr>
            <p:cNvSpPr/>
            <p:nvPr/>
          </p:nvSpPr>
          <p:spPr>
            <a:xfrm>
              <a:off x="-1330590" y="4957611"/>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4" y="920467"/>
                    <a:pt x="0" y="714413"/>
                    <a:pt x="0" y="460233"/>
                  </a:cubicBezTo>
                  <a:cubicBezTo>
                    <a:pt x="0" y="206054"/>
                    <a:pt x="206054" y="0"/>
                    <a:pt x="460233" y="0"/>
                  </a:cubicBezTo>
                  <a:cubicBezTo>
                    <a:pt x="714413" y="0"/>
                    <a:pt x="920467" y="206053"/>
                    <a:pt x="920467" y="460233"/>
                  </a:cubicBezTo>
                  <a:close/>
                </a:path>
              </a:pathLst>
            </a:custGeom>
            <a:solidFill>
              <a:srgbClr val="5CC8F9"/>
            </a:solidFill>
            <a:ln w="7388"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26E80CF-7709-6FA0-986E-0B101C62C03D}"/>
                </a:ext>
              </a:extLst>
            </p:cNvPr>
            <p:cNvSpPr/>
            <p:nvPr/>
          </p:nvSpPr>
          <p:spPr>
            <a:xfrm rot="5400000">
              <a:off x="-1701861" y="6275316"/>
              <a:ext cx="1666338" cy="920392"/>
            </a:xfrm>
            <a:custGeom>
              <a:avLst/>
              <a:gdLst>
                <a:gd name="connsiteX0" fmla="*/ 1206105 w 1666338"/>
                <a:gd name="connsiteY0" fmla="*/ 0 h 920392"/>
                <a:gd name="connsiteX1" fmla="*/ 1666339 w 1666338"/>
                <a:gd name="connsiteY1" fmla="*/ 460233 h 920392"/>
                <a:gd name="connsiteX2" fmla="*/ 1666339 w 1666338"/>
                <a:gd name="connsiteY2" fmla="*/ 460159 h 920392"/>
                <a:gd name="connsiteX3" fmla="*/ 1206105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5" y="0"/>
                  </a:moveTo>
                  <a:cubicBezTo>
                    <a:pt x="1460285" y="0"/>
                    <a:pt x="1666339" y="206053"/>
                    <a:pt x="1666339" y="460233"/>
                  </a:cubicBezTo>
                  <a:lnTo>
                    <a:pt x="1666339" y="460159"/>
                  </a:lnTo>
                  <a:cubicBezTo>
                    <a:pt x="1666339" y="714339"/>
                    <a:pt x="1460285" y="920393"/>
                    <a:pt x="1206105"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1CA37FA-E05D-BBA4-0924-E5B6CE13357E}"/>
                </a:ext>
              </a:extLst>
            </p:cNvPr>
            <p:cNvSpPr/>
            <p:nvPr/>
          </p:nvSpPr>
          <p:spPr>
            <a:xfrm>
              <a:off x="-1332291" y="664828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88C4B006-C207-FFD1-7D5E-2BCAFC191975}"/>
                </a:ext>
              </a:extLst>
            </p:cNvPr>
            <p:cNvSpPr/>
            <p:nvPr/>
          </p:nvSpPr>
          <p:spPr>
            <a:xfrm rot="16200000">
              <a:off x="-2625657" y="6275316"/>
              <a:ext cx="1666338" cy="920392"/>
            </a:xfrm>
            <a:custGeom>
              <a:avLst/>
              <a:gdLst>
                <a:gd name="connsiteX0" fmla="*/ 1206106 w 1666338"/>
                <a:gd name="connsiteY0" fmla="*/ 0 h 920392"/>
                <a:gd name="connsiteX1" fmla="*/ 1666339 w 1666338"/>
                <a:gd name="connsiteY1" fmla="*/ 460233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3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3"/>
                  </a:cubicBezTo>
                  <a:lnTo>
                    <a:pt x="1666339" y="460159"/>
                  </a:lnTo>
                  <a:cubicBezTo>
                    <a:pt x="1666339" y="714339"/>
                    <a:pt x="1460285" y="920393"/>
                    <a:pt x="1206106" y="920393"/>
                  </a:cubicBezTo>
                  <a:lnTo>
                    <a:pt x="460233" y="920393"/>
                  </a:lnTo>
                  <a:cubicBezTo>
                    <a:pt x="206053" y="920393"/>
                    <a:pt x="0" y="714339"/>
                    <a:pt x="0" y="460159"/>
                  </a:cubicBezTo>
                  <a:lnTo>
                    <a:pt x="0" y="460233"/>
                  </a:lnTo>
                  <a:cubicBezTo>
                    <a:pt x="0" y="206054"/>
                    <a:pt x="206053" y="0"/>
                    <a:pt x="460233" y="0"/>
                  </a:cubicBezTo>
                  <a:close/>
                </a:path>
              </a:pathLst>
            </a:custGeom>
            <a:gradFill>
              <a:gsLst>
                <a:gs pos="0">
                  <a:srgbClr val="130B3F"/>
                </a:gs>
                <a:gs pos="11000">
                  <a:srgbClr val="191A48"/>
                </a:gs>
                <a:gs pos="32000">
                  <a:srgbClr val="2A4360"/>
                </a:gs>
                <a:gs pos="61000">
                  <a:srgbClr val="458588"/>
                </a:gs>
                <a:gs pos="96000">
                  <a:srgbClr val="69DFBD"/>
                </a:gs>
                <a:gs pos="100000">
                  <a:srgbClr val="6EEAC4"/>
                </a:gs>
              </a:gsLst>
              <a:lin ang="0" scaled="1"/>
            </a:gradFill>
            <a:ln w="7388"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44342DBC-543F-A8A9-8804-2A87D9DA9EFA}"/>
                </a:ext>
              </a:extLst>
            </p:cNvPr>
            <p:cNvSpPr/>
            <p:nvPr/>
          </p:nvSpPr>
          <p:spPr>
            <a:xfrm>
              <a:off x="-2249355" y="5902343"/>
              <a:ext cx="920466" cy="920466"/>
            </a:xfrm>
            <a:custGeom>
              <a:avLst/>
              <a:gdLst>
                <a:gd name="connsiteX0" fmla="*/ 920467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7"/>
                    <a:pt x="460233" y="920467"/>
                  </a:cubicBezTo>
                  <a:cubicBezTo>
                    <a:pt x="206053" y="920467"/>
                    <a:pt x="0" y="714413"/>
                    <a:pt x="0" y="460233"/>
                  </a:cubicBezTo>
                  <a:cubicBezTo>
                    <a:pt x="0" y="206054"/>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F9A21E2-93C4-EF96-F88C-C69F3E89C47D}"/>
                </a:ext>
              </a:extLst>
            </p:cNvPr>
            <p:cNvSpPr/>
            <p:nvPr/>
          </p:nvSpPr>
          <p:spPr>
            <a:xfrm>
              <a:off x="-2055673" y="3191029"/>
              <a:ext cx="920466" cy="920466"/>
            </a:xfrm>
            <a:custGeom>
              <a:avLst/>
              <a:gdLst>
                <a:gd name="connsiteX0" fmla="*/ 920466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6"/>
                    <a:pt x="460233" y="920466"/>
                  </a:cubicBezTo>
                  <a:cubicBezTo>
                    <a:pt x="206053" y="920466"/>
                    <a:pt x="0" y="714413"/>
                    <a:pt x="0" y="460233"/>
                  </a:cubicBezTo>
                  <a:cubicBezTo>
                    <a:pt x="0" y="206053"/>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4C5232E-9DFD-3B3E-A3CF-ADE7F35CE79C}"/>
                </a:ext>
              </a:extLst>
            </p:cNvPr>
            <p:cNvSpPr/>
            <p:nvPr/>
          </p:nvSpPr>
          <p:spPr>
            <a:xfrm>
              <a:off x="-2972737" y="3191029"/>
              <a:ext cx="920466" cy="920466"/>
            </a:xfrm>
            <a:custGeom>
              <a:avLst/>
              <a:gdLst>
                <a:gd name="connsiteX0" fmla="*/ 920467 w 920466"/>
                <a:gd name="connsiteY0" fmla="*/ 460233 h 920466"/>
                <a:gd name="connsiteX1" fmla="*/ 460233 w 920466"/>
                <a:gd name="connsiteY1" fmla="*/ 920466 h 920466"/>
                <a:gd name="connsiteX2" fmla="*/ 0 w 920466"/>
                <a:gd name="connsiteY2" fmla="*/ 460233 h 920466"/>
                <a:gd name="connsiteX3" fmla="*/ 460233 w 920466"/>
                <a:gd name="connsiteY3" fmla="*/ 0 h 920466"/>
                <a:gd name="connsiteX4" fmla="*/ 920467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7" y="460233"/>
                  </a:moveTo>
                  <a:cubicBezTo>
                    <a:pt x="920467" y="714413"/>
                    <a:pt x="714413" y="920466"/>
                    <a:pt x="460233" y="920466"/>
                  </a:cubicBezTo>
                  <a:cubicBezTo>
                    <a:pt x="206053" y="920466"/>
                    <a:pt x="0" y="714413"/>
                    <a:pt x="0" y="460233"/>
                  </a:cubicBezTo>
                  <a:cubicBezTo>
                    <a:pt x="0" y="206053"/>
                    <a:pt x="206053" y="0"/>
                    <a:pt x="460233" y="0"/>
                  </a:cubicBezTo>
                  <a:cubicBezTo>
                    <a:pt x="714413" y="0"/>
                    <a:pt x="920467" y="206053"/>
                    <a:pt x="920467" y="460233"/>
                  </a:cubicBezTo>
                  <a:close/>
                </a:path>
              </a:pathLst>
            </a:custGeom>
            <a:solidFill>
              <a:srgbClr val="6EEAC4"/>
            </a:solidFill>
            <a:ln w="7388"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E1A87EC-7FA0-AB16-D7AB-58663762D703}"/>
                </a:ext>
              </a:extLst>
            </p:cNvPr>
            <p:cNvSpPr/>
            <p:nvPr/>
          </p:nvSpPr>
          <p:spPr>
            <a:xfrm rot="5400000">
              <a:off x="-4006282" y="4584638"/>
              <a:ext cx="1666338" cy="920392"/>
            </a:xfrm>
            <a:custGeom>
              <a:avLst/>
              <a:gdLst>
                <a:gd name="connsiteX0" fmla="*/ 1206106 w 1666338"/>
                <a:gd name="connsiteY0" fmla="*/ 0 h 920392"/>
                <a:gd name="connsiteX1" fmla="*/ 1666339 w 1666338"/>
                <a:gd name="connsiteY1" fmla="*/ 460234 h 920392"/>
                <a:gd name="connsiteX2" fmla="*/ 1666339 w 1666338"/>
                <a:gd name="connsiteY2" fmla="*/ 460159 h 920392"/>
                <a:gd name="connsiteX3" fmla="*/ 1206106 w 1666338"/>
                <a:gd name="connsiteY3" fmla="*/ 920393 h 920392"/>
                <a:gd name="connsiteX4" fmla="*/ 460233 w 1666338"/>
                <a:gd name="connsiteY4" fmla="*/ 920393 h 920392"/>
                <a:gd name="connsiteX5" fmla="*/ 0 w 1666338"/>
                <a:gd name="connsiteY5" fmla="*/ 460159 h 920392"/>
                <a:gd name="connsiteX6" fmla="*/ 0 w 1666338"/>
                <a:gd name="connsiteY6" fmla="*/ 460234 h 920392"/>
                <a:gd name="connsiteX7" fmla="*/ 460233 w 1666338"/>
                <a:gd name="connsiteY7" fmla="*/ 0 h 920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66338" h="920392">
                  <a:moveTo>
                    <a:pt x="1206106" y="0"/>
                  </a:moveTo>
                  <a:cubicBezTo>
                    <a:pt x="1460285" y="0"/>
                    <a:pt x="1666339" y="206053"/>
                    <a:pt x="1666339" y="460234"/>
                  </a:cubicBezTo>
                  <a:lnTo>
                    <a:pt x="1666339" y="460159"/>
                  </a:lnTo>
                  <a:cubicBezTo>
                    <a:pt x="1666339" y="714339"/>
                    <a:pt x="1460285" y="920393"/>
                    <a:pt x="1206106" y="920393"/>
                  </a:cubicBezTo>
                  <a:lnTo>
                    <a:pt x="460233" y="920393"/>
                  </a:lnTo>
                  <a:cubicBezTo>
                    <a:pt x="206053" y="920393"/>
                    <a:pt x="0" y="714339"/>
                    <a:pt x="0" y="460159"/>
                  </a:cubicBezTo>
                  <a:lnTo>
                    <a:pt x="0" y="460234"/>
                  </a:lnTo>
                  <a:cubicBezTo>
                    <a:pt x="0" y="206054"/>
                    <a:pt x="206053" y="0"/>
                    <a:pt x="460233" y="0"/>
                  </a:cubicBezTo>
                  <a:close/>
                </a:path>
              </a:pathLst>
            </a:custGeom>
            <a:gradFill>
              <a:gsLst>
                <a:gs pos="0">
                  <a:srgbClr val="130B3F"/>
                </a:gs>
                <a:gs pos="12000">
                  <a:srgbClr val="151044"/>
                </a:gs>
                <a:gs pos="27000">
                  <a:srgbClr val="1A1F53"/>
                </a:gs>
                <a:gs pos="43000">
                  <a:srgbClr val="24386C"/>
                </a:gs>
                <a:gs pos="60000">
                  <a:srgbClr val="325B8E"/>
                </a:gs>
                <a:gs pos="79000">
                  <a:srgbClr val="4389BB"/>
                </a:gs>
                <a:gs pos="97000">
                  <a:srgbClr val="58BFF0"/>
                </a:gs>
                <a:gs pos="100000">
                  <a:srgbClr val="5CC8F9"/>
                </a:gs>
              </a:gsLst>
              <a:lin ang="0" scaled="1"/>
            </a:gradFill>
            <a:ln w="7388"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C601C84-B052-D8A7-105C-A9C65E32CC8C}"/>
                </a:ext>
              </a:extLst>
            </p:cNvPr>
            <p:cNvSpPr/>
            <p:nvPr/>
          </p:nvSpPr>
          <p:spPr>
            <a:xfrm>
              <a:off x="-3636639"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5CC8F9"/>
            </a:solidFill>
            <a:ln w="7388"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9C6E5C72-8486-1E66-04A7-D91B736D0636}"/>
                </a:ext>
              </a:extLst>
            </p:cNvPr>
            <p:cNvSpPr/>
            <p:nvPr/>
          </p:nvSpPr>
          <p:spPr>
            <a:xfrm>
              <a:off x="-2712917" y="4957611"/>
              <a:ext cx="920466" cy="920466"/>
            </a:xfrm>
            <a:custGeom>
              <a:avLst/>
              <a:gdLst>
                <a:gd name="connsiteX0" fmla="*/ 920466 w 920466"/>
                <a:gd name="connsiteY0" fmla="*/ 460233 h 920466"/>
                <a:gd name="connsiteX1" fmla="*/ 460233 w 920466"/>
                <a:gd name="connsiteY1" fmla="*/ 920467 h 920466"/>
                <a:gd name="connsiteX2" fmla="*/ 0 w 920466"/>
                <a:gd name="connsiteY2" fmla="*/ 460233 h 920466"/>
                <a:gd name="connsiteX3" fmla="*/ 460233 w 920466"/>
                <a:gd name="connsiteY3" fmla="*/ 0 h 920466"/>
                <a:gd name="connsiteX4" fmla="*/ 920466 w 920466"/>
                <a:gd name="connsiteY4" fmla="*/ 460233 h 92046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466" h="920466">
                  <a:moveTo>
                    <a:pt x="920466" y="460233"/>
                  </a:moveTo>
                  <a:cubicBezTo>
                    <a:pt x="920466" y="714413"/>
                    <a:pt x="714413" y="920467"/>
                    <a:pt x="460233" y="920467"/>
                  </a:cubicBezTo>
                  <a:cubicBezTo>
                    <a:pt x="206053" y="920467"/>
                    <a:pt x="0" y="714413"/>
                    <a:pt x="0" y="460233"/>
                  </a:cubicBezTo>
                  <a:cubicBezTo>
                    <a:pt x="0" y="206054"/>
                    <a:pt x="206053" y="0"/>
                    <a:pt x="460233" y="0"/>
                  </a:cubicBezTo>
                  <a:cubicBezTo>
                    <a:pt x="714413" y="0"/>
                    <a:pt x="920466" y="206053"/>
                    <a:pt x="920466" y="460233"/>
                  </a:cubicBezTo>
                  <a:close/>
                </a:path>
              </a:pathLst>
            </a:custGeom>
            <a:solidFill>
              <a:srgbClr val="6EEAC4"/>
            </a:solidFill>
            <a:ln w="7388" cap="flat">
              <a:noFill/>
              <a:prstDash val="solid"/>
              <a:miter/>
            </a:ln>
          </p:spPr>
          <p:txBody>
            <a:bodyPr rtlCol="0" anchor="ctr"/>
            <a:lstStyle/>
            <a:p>
              <a:endParaRPr lang="en-US"/>
            </a:p>
          </p:txBody>
        </p:sp>
      </p:grpSp>
      <p:sp>
        <p:nvSpPr>
          <p:cNvPr id="34" name="Title 1">
            <a:extLst>
              <a:ext uri="{FF2B5EF4-FFF2-40B4-BE49-F238E27FC236}">
                <a16:creationId xmlns:a16="http://schemas.microsoft.com/office/drawing/2014/main" id="{88E0F4A3-D638-A7B8-4A93-B69D33864EF9}"/>
              </a:ext>
            </a:extLst>
          </p:cNvPr>
          <p:cNvSpPr>
            <a:spLocks noGrp="1"/>
          </p:cNvSpPr>
          <p:nvPr>
            <p:ph type="title" hasCustomPrompt="1"/>
          </p:nvPr>
        </p:nvSpPr>
        <p:spPr bwMode="white">
          <a:xfrm>
            <a:off x="560269" y="3381727"/>
            <a:ext cx="5419102" cy="2079273"/>
          </a:xfrm>
          <a:prstGeom prst="rect">
            <a:avLst/>
          </a:prstGeom>
        </p:spPr>
        <p:txBody>
          <a:bodyPr vert="horz" anchor="t" anchorCtr="0"/>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Divider title are 44pt </a:t>
            </a:r>
            <a:br>
              <a:rPr lang="en-US"/>
            </a:br>
            <a:r>
              <a:rPr lang="en-US"/>
              <a:t>Noto Sans Light sentence case</a:t>
            </a:r>
          </a:p>
        </p:txBody>
      </p:sp>
      <p:sp>
        <p:nvSpPr>
          <p:cNvPr id="38" name="Subtitle 2">
            <a:extLst>
              <a:ext uri="{FF2B5EF4-FFF2-40B4-BE49-F238E27FC236}">
                <a16:creationId xmlns:a16="http://schemas.microsoft.com/office/drawing/2014/main" id="{07C91505-163B-33AB-6F26-775FAE512906}"/>
              </a:ext>
            </a:extLst>
          </p:cNvPr>
          <p:cNvSpPr>
            <a:spLocks noGrp="1"/>
          </p:cNvSpPr>
          <p:nvPr>
            <p:ph type="subTitle" idx="1" hasCustomPrompt="1"/>
          </p:nvPr>
        </p:nvSpPr>
        <p:spPr>
          <a:xfrm>
            <a:off x="560269" y="2828904"/>
            <a:ext cx="1841636" cy="325776"/>
          </a:xfrm>
          <a:prstGeom prst="rect">
            <a:avLst/>
          </a:prstGeom>
        </p:spPr>
        <p:txBody>
          <a:bodyPr anchor="ctr">
            <a:noAutofit/>
          </a:bodyPr>
          <a:lstStyle>
            <a:lvl1pPr marL="0" indent="0" algn="l">
              <a:lnSpc>
                <a:spcPct val="100000"/>
              </a:lnSpc>
              <a:spcBef>
                <a:spcPts val="200"/>
              </a:spcBef>
              <a:buNone/>
              <a:defRPr sz="1200" b="1" cap="all" baseline="0">
                <a:solidFill>
                  <a:srgbClr val="00CCFF"/>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EYEBROW </a:t>
            </a:r>
            <a:r>
              <a:rPr lang="en-US" err="1"/>
              <a:t>HeRE</a:t>
            </a:r>
            <a:endParaRPr lang="en-US"/>
          </a:p>
        </p:txBody>
      </p:sp>
      <p:pic>
        <p:nvPicPr>
          <p:cNvPr id="41" name="Graphic 40">
            <a:extLst>
              <a:ext uri="{FF2B5EF4-FFF2-40B4-BE49-F238E27FC236}">
                <a16:creationId xmlns:a16="http://schemas.microsoft.com/office/drawing/2014/main" id="{05880F7E-2EF9-500F-8C65-8AE5422B47D8}"/>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710042" y="611533"/>
            <a:ext cx="2212298" cy="399963"/>
          </a:xfrm>
          <a:prstGeom prst="rect">
            <a:avLst/>
          </a:prstGeom>
        </p:spPr>
      </p:pic>
    </p:spTree>
    <p:extLst>
      <p:ext uri="{BB962C8B-B14F-4D97-AF65-F5344CB8AC3E}">
        <p14:creationId xmlns:p14="http://schemas.microsoft.com/office/powerpoint/2010/main" val="128688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losing 2026-01 - IQVIA">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9293801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24" name="Graphic 23">
            <a:extLst>
              <a:ext uri="{FF2B5EF4-FFF2-40B4-BE49-F238E27FC236}">
                <a16:creationId xmlns:a16="http://schemas.microsoft.com/office/drawing/2014/main" id="{FA43C2D8-91E1-D523-C303-80C76AB672E2}"/>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sp>
        <p:nvSpPr>
          <p:cNvPr id="26" name="Picture Placeholder 25">
            <a:extLst>
              <a:ext uri="{FF2B5EF4-FFF2-40B4-BE49-F238E27FC236}">
                <a16:creationId xmlns:a16="http://schemas.microsoft.com/office/drawing/2014/main" id="{C5206E26-8F1D-9E77-06A9-3E52BE359D6E}"/>
              </a:ext>
            </a:extLst>
          </p:cNvPr>
          <p:cNvSpPr>
            <a:spLocks noGrp="1"/>
          </p:cNvSpPr>
          <p:nvPr>
            <p:ph type="pic" sz="quarter" idx="14" hasCustomPrompt="1"/>
          </p:nvPr>
        </p:nvSpPr>
        <p:spPr>
          <a:xfrm>
            <a:off x="9231744" y="480060"/>
            <a:ext cx="2960256" cy="5891813"/>
          </a:xfrm>
          <a:custGeom>
            <a:avLst/>
            <a:gdLst>
              <a:gd name="connsiteX0" fmla="*/ 2945906 w 2960256"/>
              <a:gd name="connsiteY0" fmla="*/ 0 h 5891813"/>
              <a:gd name="connsiteX1" fmla="*/ 2960256 w 2960256"/>
              <a:gd name="connsiteY1" fmla="*/ 0 h 5891813"/>
              <a:gd name="connsiteX2" fmla="*/ 2960256 w 2960256"/>
              <a:gd name="connsiteY2" fmla="*/ 5891813 h 5891813"/>
              <a:gd name="connsiteX3" fmla="*/ 2945907 w 2960256"/>
              <a:gd name="connsiteY3" fmla="*/ 5891813 h 5891813"/>
              <a:gd name="connsiteX4" fmla="*/ 1 w 2960256"/>
              <a:gd name="connsiteY4" fmla="*/ 2945907 h 5891813"/>
              <a:gd name="connsiteX5" fmla="*/ 0 w 2960256"/>
              <a:gd name="connsiteY5" fmla="*/ 2945907 h 5891813"/>
              <a:gd name="connsiteX6" fmla="*/ 2945906 w 2960256"/>
              <a:gd name="connsiteY6" fmla="*/ 0 h 5891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960256" h="5891813">
                <a:moveTo>
                  <a:pt x="2945906" y="0"/>
                </a:moveTo>
                <a:lnTo>
                  <a:pt x="2960256" y="0"/>
                </a:lnTo>
                <a:lnTo>
                  <a:pt x="2960256" y="5891813"/>
                </a:lnTo>
                <a:lnTo>
                  <a:pt x="2945907" y="5891813"/>
                </a:lnTo>
                <a:cubicBezTo>
                  <a:pt x="1318928" y="5891813"/>
                  <a:pt x="1" y="4572886"/>
                  <a:pt x="1" y="2945907"/>
                </a:cubicBezTo>
                <a:lnTo>
                  <a:pt x="0" y="2945907"/>
                </a:lnTo>
                <a:cubicBezTo>
                  <a:pt x="0" y="1318927"/>
                  <a:pt x="1318927" y="0"/>
                  <a:pt x="2945906" y="0"/>
                </a:cubicBezTo>
                <a:close/>
              </a:path>
            </a:pathLst>
          </a:custGeom>
          <a:blipFill>
            <a:blip r:embed="rId6"/>
            <a:stretch>
              <a:fillRect/>
            </a:stretch>
          </a:blipFill>
        </p:spPr>
        <p:txBody>
          <a:bodyPr wrap="square" anchor="ctr">
            <a:noAutofit/>
          </a:bodyPr>
          <a:lstStyle>
            <a:lvl1pPr marL="0" marR="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1800" b="1" kern="1200" dirty="0" smtClean="0">
                <a:solidFill>
                  <a:srgbClr val="DA291C"/>
                </a:solidFill>
                <a:latin typeface="+mn-lt"/>
                <a:ea typeface="+mn-ea"/>
                <a:cs typeface="+mn-cs"/>
              </a:defRPr>
            </a:lvl1p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Click to add image</a:t>
            </a: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705249"/>
            <a:ext cx="8109732" cy="1441434"/>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44pt Noto Sans Light sentence case</a:t>
            </a:r>
          </a:p>
        </p:txBody>
      </p:sp>
      <p:pic>
        <p:nvPicPr>
          <p:cNvPr id="4" name="Graphic 3">
            <a:extLst>
              <a:ext uri="{FF2B5EF4-FFF2-40B4-BE49-F238E27FC236}">
                <a16:creationId xmlns:a16="http://schemas.microsoft.com/office/drawing/2014/main" id="{A8AC6ABD-4638-0FE9-9EFB-87A913DE552B}"/>
              </a:ext>
            </a:extLst>
          </p:cNvPr>
          <p:cNvPicPr>
            <a:picLocks/>
          </p:cNvPicPr>
          <p:nvPr userDrawn="1"/>
        </p:nvPicPr>
        <p:blipFill>
          <a:blip>
            <a:extLst>
              <a:ext uri="{96DAC541-7B7A-43D3-8B79-37D633B846F1}">
                <asvg:svgBlip xmlns:asvg="http://schemas.microsoft.com/office/drawing/2016/SVG/main" r:embed="rId7"/>
              </a:ext>
            </a:extLst>
          </a:blip>
          <a:stretch>
            <a:fillRect/>
          </a:stretch>
        </p:blipFill>
        <p:spPr>
          <a:xfrm>
            <a:off x="710042" y="5757573"/>
            <a:ext cx="2212298" cy="399963"/>
          </a:xfrm>
          <a:prstGeom prst="rect">
            <a:avLst/>
          </a:prstGeom>
        </p:spPr>
      </p:pic>
    </p:spTree>
    <p:extLst>
      <p:ext uri="{BB962C8B-B14F-4D97-AF65-F5344CB8AC3E}">
        <p14:creationId xmlns:p14="http://schemas.microsoft.com/office/powerpoint/2010/main" val="3177917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losing 2026-02 - IQVIA">
    <p:bg>
      <p:bgPr>
        <a:solidFill>
          <a:srgbClr val="2B3A4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FA0FB1EB-886A-6250-1720-BF969FB7A49D}"/>
              </a:ext>
            </a:extLst>
          </p:cNvPr>
          <p:cNvGraphicFramePr>
            <a:graphicFrameLocks noChangeAspect="1"/>
          </p:cNvGraphicFramePr>
          <p:nvPr userDrawn="1">
            <p:custDataLst>
              <p:tags r:id="rId1"/>
            </p:custDataLst>
            <p:extLst>
              <p:ext uri="{D42A27DB-BD31-4B8C-83A1-F6EECF244321}">
                <p14:modId xmlns:p14="http://schemas.microsoft.com/office/powerpoint/2010/main" val="3219584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6" progId="TCLayout.ActiveDocument.1">
                  <p:embed/>
                </p:oleObj>
              </mc:Choice>
              <mc:Fallback>
                <p:oleObj name="think-cell Slide" r:id="rId3" imgW="395" imgH="396" progId="TCLayout.ActiveDocument.1">
                  <p:embed/>
                  <p:pic>
                    <p:nvPicPr>
                      <p:cNvPr id="8" name="think-cell data - do not delete" hidden="1">
                        <a:extLst>
                          <a:ext uri="{FF2B5EF4-FFF2-40B4-BE49-F238E27FC236}">
                            <a16:creationId xmlns:a16="http://schemas.microsoft.com/office/drawing/2014/main" id="{FA0FB1EB-886A-6250-1720-BF969FB7A49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BDFA0D13-DE2C-0B2E-321B-37575593958C}"/>
              </a:ext>
            </a:extLst>
          </p:cNvPr>
          <p:cNvSpPr/>
          <p:nvPr userDrawn="1"/>
        </p:nvSpPr>
        <p:spPr>
          <a:xfrm>
            <a:off x="0" y="0"/>
            <a:ext cx="12192000" cy="6858000"/>
          </a:xfrm>
          <a:prstGeom prst="rect">
            <a:avLst/>
          </a:prstGeom>
          <a:solidFill>
            <a:schemeClr val="tx2"/>
          </a:solidFill>
          <a:ln w="12700" cap="flat" cmpd="sng" algn="ctr">
            <a:noFill/>
            <a:prstDash val="solid"/>
            <a:miter lim="800000"/>
          </a:ln>
          <a:effectLst/>
        </p:spPr>
        <p:txBody>
          <a:bodyPr rtlCol="0" anchor="t" anchorCtr="0"/>
          <a:lstStyle/>
          <a:p>
            <a:pPr marR="0" lvl="0" indent="0" fontAlgn="auto">
              <a:lnSpc>
                <a:spcPct val="100000"/>
              </a:lnSpc>
              <a:spcBef>
                <a:spcPts val="0"/>
              </a:spcBef>
              <a:spcAft>
                <a:spcPts val="0"/>
              </a:spcAft>
              <a:buClrTx/>
              <a:buSzTx/>
              <a:buFontTx/>
              <a:buNone/>
              <a:tabLst/>
            </a:pPr>
            <a:endParaRPr kumimoji="0" lang="en-GB" sz="1600" b="0" i="0" u="none" strike="noStrike" kern="0" cap="none" spc="0" normalizeH="0" baseline="0" noProof="0" err="1">
              <a:ln>
                <a:noFill/>
              </a:ln>
              <a:solidFill>
                <a:srgbClr val="FFFFFF"/>
              </a:solidFill>
              <a:effectLst/>
              <a:uLnTx/>
              <a:uFillTx/>
              <a:latin typeface="Arial" panose="020B0604020202020204"/>
            </a:endParaRPr>
          </a:p>
        </p:txBody>
      </p:sp>
      <p:sp>
        <p:nvSpPr>
          <p:cNvPr id="62" name="Title 1">
            <a:extLst>
              <a:ext uri="{FF2B5EF4-FFF2-40B4-BE49-F238E27FC236}">
                <a16:creationId xmlns:a16="http://schemas.microsoft.com/office/drawing/2014/main" id="{77FA37B5-B8A2-E447-B5FC-531DD50C1851}"/>
              </a:ext>
            </a:extLst>
          </p:cNvPr>
          <p:cNvSpPr>
            <a:spLocks noGrp="1"/>
          </p:cNvSpPr>
          <p:nvPr>
            <p:ph type="title" hasCustomPrompt="1"/>
          </p:nvPr>
        </p:nvSpPr>
        <p:spPr>
          <a:xfrm>
            <a:off x="729468" y="2367171"/>
            <a:ext cx="6471432" cy="2123658"/>
          </a:xfrm>
          <a:prstGeom prst="rect">
            <a:avLst/>
          </a:prstGeom>
          <a:noFill/>
        </p:spPr>
        <p:txBody>
          <a:bodyPr vert="horz" anchor="ctr" anchorCtr="0">
            <a:noAutofit/>
          </a:bodyPr>
          <a:lstStyle>
            <a:lvl1pPr>
              <a:lnSpc>
                <a:spcPct val="100000"/>
              </a:lnSpc>
              <a:defRPr sz="4400" b="0">
                <a:solidFill>
                  <a:schemeClr val="bg1"/>
                </a:solidFill>
                <a:latin typeface="Noto Sans Light" panose="020B0502040504020204" pitchFamily="34" charset="0"/>
                <a:ea typeface="Noto Sans Light" panose="020B0502040504020204" pitchFamily="34" charset="0"/>
                <a:cs typeface="Noto Sans Light" panose="020B0502040504020204" pitchFamily="34" charset="0"/>
              </a:defRPr>
            </a:lvl1pPr>
          </a:lstStyle>
          <a:p>
            <a:r>
              <a:rPr lang="en-US"/>
              <a:t>Closing slides are </a:t>
            </a:r>
            <a:br>
              <a:rPr lang="en-US"/>
            </a:br>
            <a:r>
              <a:rPr lang="en-US"/>
              <a:t>44pt Noto Sans Light sentence case</a:t>
            </a:r>
          </a:p>
        </p:txBody>
      </p:sp>
      <p:pic>
        <p:nvPicPr>
          <p:cNvPr id="5" name="Graphic 4">
            <a:extLst>
              <a:ext uri="{FF2B5EF4-FFF2-40B4-BE49-F238E27FC236}">
                <a16:creationId xmlns:a16="http://schemas.microsoft.com/office/drawing/2014/main" id="{FE7BBED7-1DCF-E62E-3826-549F8362CD9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360095" y="5909973"/>
            <a:ext cx="2212298" cy="399963"/>
          </a:xfrm>
          <a:prstGeom prst="rect">
            <a:avLst/>
          </a:prstGeom>
        </p:spPr>
      </p:pic>
      <p:sp>
        <p:nvSpPr>
          <p:cNvPr id="13" name="Rectangle: Top Corners Rounded 12">
            <a:extLst>
              <a:ext uri="{FF2B5EF4-FFF2-40B4-BE49-F238E27FC236}">
                <a16:creationId xmlns:a16="http://schemas.microsoft.com/office/drawing/2014/main" id="{0E99BEF8-B37E-D639-B8AE-389ED1C2F410}"/>
              </a:ext>
            </a:extLst>
          </p:cNvPr>
          <p:cNvSpPr/>
          <p:nvPr userDrawn="1"/>
        </p:nvSpPr>
        <p:spPr>
          <a:xfrm rot="16200000" flipH="1">
            <a:off x="9687544" y="2143688"/>
            <a:ext cx="2514566" cy="2494346"/>
          </a:xfrm>
          <a:prstGeom prst="round2SameRect">
            <a:avLst>
              <a:gd name="adj1" fmla="val 50000"/>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l"/>
            <a:endParaRPr lang="en-US" sz="1600" b="1" err="1"/>
          </a:p>
        </p:txBody>
      </p:sp>
      <p:sp>
        <p:nvSpPr>
          <p:cNvPr id="17" name="Freeform: Shape 16">
            <a:extLst>
              <a:ext uri="{FF2B5EF4-FFF2-40B4-BE49-F238E27FC236}">
                <a16:creationId xmlns:a16="http://schemas.microsoft.com/office/drawing/2014/main" id="{57E1F127-38D3-D9EB-971C-A039C20BDB56}"/>
              </a:ext>
            </a:extLst>
          </p:cNvPr>
          <p:cNvSpPr/>
          <p:nvPr userDrawn="1"/>
        </p:nvSpPr>
        <p:spPr>
          <a:xfrm flipH="1">
            <a:off x="8321628" y="0"/>
            <a:ext cx="3867268" cy="3850111"/>
          </a:xfrm>
          <a:custGeom>
            <a:avLst/>
            <a:gdLst>
              <a:gd name="connsiteX0" fmla="*/ 3867268 w 3867268"/>
              <a:gd name="connsiteY0" fmla="*/ 0 h 3850111"/>
              <a:gd name="connsiteX1" fmla="*/ 0 w 3867268"/>
              <a:gd name="connsiteY1" fmla="*/ 0 h 3850111"/>
              <a:gd name="connsiteX2" fmla="*/ 0 w 3867268"/>
              <a:gd name="connsiteY2" fmla="*/ 457200 h 3850111"/>
              <a:gd name="connsiteX3" fmla="*/ 0 w 3867268"/>
              <a:gd name="connsiteY3" fmla="*/ 1672128 h 3850111"/>
              <a:gd name="connsiteX4" fmla="*/ 0 w 3867268"/>
              <a:gd name="connsiteY4" fmla="*/ 2129328 h 3850111"/>
              <a:gd name="connsiteX5" fmla="*/ 26183 w 3867268"/>
              <a:gd name="connsiteY5" fmla="*/ 2300888 h 3850111"/>
              <a:gd name="connsiteX6" fmla="*/ 1927016 w 3867268"/>
              <a:gd name="connsiteY6" fmla="*/ 3850111 h 3850111"/>
              <a:gd name="connsiteX7" fmla="*/ 3867268 w 3867268"/>
              <a:gd name="connsiteY7" fmla="*/ 1909860 h 3850111"/>
              <a:gd name="connsiteX8" fmla="*/ 3867268 w 3867268"/>
              <a:gd name="connsiteY8" fmla="*/ 1452659 h 3850111"/>
              <a:gd name="connsiteX9" fmla="*/ 3867268 w 3867268"/>
              <a:gd name="connsiteY9" fmla="*/ 457200 h 3850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67268" h="3850111">
                <a:moveTo>
                  <a:pt x="3867268" y="0"/>
                </a:moveTo>
                <a:lnTo>
                  <a:pt x="0" y="0"/>
                </a:lnTo>
                <a:lnTo>
                  <a:pt x="0" y="457200"/>
                </a:lnTo>
                <a:lnTo>
                  <a:pt x="0" y="1672128"/>
                </a:lnTo>
                <a:lnTo>
                  <a:pt x="0" y="2129328"/>
                </a:lnTo>
                <a:lnTo>
                  <a:pt x="26183" y="2300888"/>
                </a:lnTo>
                <a:cubicBezTo>
                  <a:pt x="207105" y="3185028"/>
                  <a:pt x="989391" y="3850111"/>
                  <a:pt x="1927016" y="3850111"/>
                </a:cubicBezTo>
                <a:cubicBezTo>
                  <a:pt x="2998588" y="3850111"/>
                  <a:pt x="3867268" y="2981431"/>
                  <a:pt x="3867268" y="1909860"/>
                </a:cubicBezTo>
                <a:lnTo>
                  <a:pt x="3867268" y="1452659"/>
                </a:lnTo>
                <a:lnTo>
                  <a:pt x="3867268" y="457200"/>
                </a:lnTo>
                <a:close/>
              </a:path>
            </a:pathLst>
          </a:custGeom>
          <a:gradFill>
            <a:gsLst>
              <a:gs pos="75000">
                <a:srgbClr val="140A42"/>
              </a:gs>
              <a:gs pos="0">
                <a:srgbClr val="00CCFF"/>
              </a:gs>
            </a:gsLst>
            <a:lin ang="135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lvl="0"/>
            <a:endParaRPr lang="en-US" sz="1600" b="1" err="1"/>
          </a:p>
        </p:txBody>
      </p:sp>
      <p:sp>
        <p:nvSpPr>
          <p:cNvPr id="15" name="Freeform: Shape 14">
            <a:extLst>
              <a:ext uri="{FF2B5EF4-FFF2-40B4-BE49-F238E27FC236}">
                <a16:creationId xmlns:a16="http://schemas.microsoft.com/office/drawing/2014/main" id="{E50B38AA-2B30-B9A6-A77B-73C8C2812053}"/>
              </a:ext>
            </a:extLst>
          </p:cNvPr>
          <p:cNvSpPr/>
          <p:nvPr userDrawn="1"/>
        </p:nvSpPr>
        <p:spPr>
          <a:xfrm rot="16200000" flipH="1">
            <a:off x="10086560" y="1744672"/>
            <a:ext cx="1716534" cy="2494346"/>
          </a:xfrm>
          <a:custGeom>
            <a:avLst/>
            <a:gdLst>
              <a:gd name="connsiteX0" fmla="*/ 0 w 2808911"/>
              <a:gd name="connsiteY0" fmla="*/ 4081711 h 4081711"/>
              <a:gd name="connsiteX1" fmla="*/ 0 w 2808911"/>
              <a:gd name="connsiteY1" fmla="*/ 2051686 h 4081711"/>
              <a:gd name="connsiteX2" fmla="*/ 2051686 w 2808911"/>
              <a:gd name="connsiteY2" fmla="*/ 0 h 4081711"/>
              <a:gd name="connsiteX3" fmla="*/ 2063115 w 2808911"/>
              <a:gd name="connsiteY3" fmla="*/ 0 h 4081711"/>
              <a:gd name="connsiteX4" fmla="*/ 2673224 w 2808911"/>
              <a:gd name="connsiteY4" fmla="*/ 92240 h 4081711"/>
              <a:gd name="connsiteX5" fmla="*/ 2699582 w 2808911"/>
              <a:gd name="connsiteY5" fmla="*/ 101887 h 4081711"/>
              <a:gd name="connsiteX6" fmla="*/ 2708954 w 2808911"/>
              <a:gd name="connsiteY6" fmla="*/ 134890 h 4081711"/>
              <a:gd name="connsiteX7" fmla="*/ 2808911 w 2808911"/>
              <a:gd name="connsiteY7" fmla="*/ 928372 h 4081711"/>
              <a:gd name="connsiteX8" fmla="*/ 117432 w 2808911"/>
              <a:gd name="connsiteY8" fmla="*/ 4066789 h 4081711"/>
              <a:gd name="connsiteX9" fmla="*/ 0 w 2808911"/>
              <a:gd name="connsiteY9" fmla="*/ 4081711 h 4081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08911" h="4081711">
                <a:moveTo>
                  <a:pt x="0" y="4081711"/>
                </a:moveTo>
                <a:lnTo>
                  <a:pt x="0" y="2051686"/>
                </a:lnTo>
                <a:cubicBezTo>
                  <a:pt x="0" y="918571"/>
                  <a:pt x="918572" y="-1"/>
                  <a:pt x="2051686" y="0"/>
                </a:cubicBezTo>
                <a:lnTo>
                  <a:pt x="2063115" y="0"/>
                </a:lnTo>
                <a:cubicBezTo>
                  <a:pt x="2275574" y="0"/>
                  <a:pt x="2480491" y="32293"/>
                  <a:pt x="2673224" y="92240"/>
                </a:cubicBezTo>
                <a:lnTo>
                  <a:pt x="2699582" y="101887"/>
                </a:lnTo>
                <a:lnTo>
                  <a:pt x="2708954" y="134890"/>
                </a:lnTo>
                <a:cubicBezTo>
                  <a:pt x="2774207" y="388507"/>
                  <a:pt x="2808911" y="654387"/>
                  <a:pt x="2808911" y="928372"/>
                </a:cubicBezTo>
                <a:cubicBezTo>
                  <a:pt x="2808911" y="2517485"/>
                  <a:pt x="1641452" y="3833923"/>
                  <a:pt x="117432" y="4066789"/>
                </a:cubicBezTo>
                <a:lnTo>
                  <a:pt x="0" y="4081711"/>
                </a:lnTo>
                <a:close/>
              </a:path>
            </a:pathLst>
          </a:custGeom>
          <a:solidFill>
            <a:srgbClr val="00CC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chorCtr="0">
            <a:noAutofit/>
          </a:bodyPr>
          <a:lstStyle/>
          <a:p>
            <a:pPr algn="l"/>
            <a:endParaRPr lang="en-US" sz="1600" b="1" err="1"/>
          </a:p>
        </p:txBody>
      </p:sp>
    </p:spTree>
    <p:extLst>
      <p:ext uri="{BB962C8B-B14F-4D97-AF65-F5344CB8AC3E}">
        <p14:creationId xmlns:p14="http://schemas.microsoft.com/office/powerpoint/2010/main" val="2376238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theme" Target="../theme/theme1.xml"/><Relationship Id="rId37" Type="http://schemas.openxmlformats.org/officeDocument/2006/relationships/tags" Target="../tags/tag1.xml"/><Relationship Id="rId38" Type="http://schemas.openxmlformats.org/officeDocument/2006/relationships/oleObject" Target="../embeddings/oleObject1.bin"/><Relationship Id="rId39"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2" name="think-cell data - do not delete" hidden="1">
            <a:extLst>
              <a:ext uri="{FF2B5EF4-FFF2-40B4-BE49-F238E27FC236}">
                <a16:creationId xmlns:a16="http://schemas.microsoft.com/office/drawing/2014/main" id="{0D5707B5-4B1B-A573-DE59-103C6B9B3857}"/>
              </a:ext>
            </a:extLst>
          </p:cNvPr>
          <p:cNvGraphicFramePr>
            <a:graphicFrameLocks noChangeAspect="1"/>
          </p:cNvGraphicFramePr>
          <p:nvPr userDrawn="1">
            <p:custDataLst>
              <p:tags r:id="rId37"/>
            </p:custDataLst>
            <p:extLst>
              <p:ext uri="{D42A27DB-BD31-4B8C-83A1-F6EECF244321}">
                <p14:modId xmlns:p14="http://schemas.microsoft.com/office/powerpoint/2010/main" val="262161122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8" imgW="395" imgH="396" progId="TCLayout.ActiveDocument.1">
                  <p:embed/>
                </p:oleObj>
              </mc:Choice>
              <mc:Fallback>
                <p:oleObj name="think-cell Slide" r:id="rId38" imgW="395" imgH="396" progId="TCLayout.ActiveDocument.1">
                  <p:embed/>
                  <p:pic>
                    <p:nvPicPr>
                      <p:cNvPr id="12" name="think-cell data - do not delete" hidden="1">
                        <a:extLst>
                          <a:ext uri="{FF2B5EF4-FFF2-40B4-BE49-F238E27FC236}">
                            <a16:creationId xmlns:a16="http://schemas.microsoft.com/office/drawing/2014/main" id="{0D5707B5-4B1B-A573-DE59-103C6B9B3857}"/>
                          </a:ext>
                        </a:extLst>
                      </p:cNvPr>
                      <p:cNvPicPr/>
                      <p:nvPr/>
                    </p:nvPicPr>
                    <p:blipFill>
                      <a:blip r:embed="rId39"/>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bwMode="gray">
          <a:xfrm>
            <a:off x="384694" y="6387858"/>
            <a:ext cx="9290304" cy="338087"/>
          </a:xfrm>
          <a:prstGeom prst="rect">
            <a:avLst/>
          </a:prstGeom>
          <a:noFill/>
        </p:spPr>
        <p:txBody>
          <a:bodyPr vert="horz" lIns="91440" tIns="45720" rIns="91440" bIns="45720" rtlCol="0" anchor="b" anchorCtr="0"/>
          <a:lstStyle>
            <a:lvl1pPr algn="l">
              <a:defRPr sz="800">
                <a:solidFill>
                  <a:schemeClr val="tx1"/>
                </a:solidFill>
                <a:latin typeface="+mj-lt"/>
              </a:defRPr>
            </a:lvl1pPr>
          </a:lstStyle>
          <a:p>
            <a:endParaRPr lang="en-US"/>
          </a:p>
        </p:txBody>
      </p:sp>
      <p:sp>
        <p:nvSpPr>
          <p:cNvPr id="44" name="TextBox 43">
            <a:extLst>
              <a:ext uri="{FF2B5EF4-FFF2-40B4-BE49-F238E27FC236}">
                <a16:creationId xmlns:a16="http://schemas.microsoft.com/office/drawing/2014/main" id="{3CC58985-6F6A-8540-ABC2-450EF4A8FB42}"/>
              </a:ext>
            </a:extLst>
          </p:cNvPr>
          <p:cNvSpPr txBox="1"/>
          <p:nvPr/>
        </p:nvSpPr>
        <p:spPr bwMode="black">
          <a:xfrm>
            <a:off x="6096000" y="6858000"/>
            <a:ext cx="6096001" cy="276999"/>
          </a:xfrm>
          <a:prstGeom prst="rect">
            <a:avLst/>
          </a:prstGeom>
          <a:ln>
            <a:noFill/>
          </a:ln>
        </p:spPr>
        <p:txBody>
          <a:bodyPr vert="horz" wrap="square" lIns="91440" tIns="45720" rIns="91440" bIns="45720" numCol="1" rtlCol="0" anchor="ctr" anchorCtr="0" compatLnSpc="1">
            <a:prstTxWarp prst="textNoShape">
              <a:avLst/>
            </a:prstTxWarp>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sz="1200" b="1" i="0" u="none" strike="noStrike" kern="1200">
                <a:solidFill>
                  <a:schemeClr val="bg1">
                    <a:lumMod val="50000"/>
                  </a:schemeClr>
                </a:solidFill>
                <a:effectLst/>
                <a:latin typeface="+mj-lt"/>
                <a:ea typeface="+mn-ea"/>
                <a:cs typeface="+mn-cs"/>
              </a:rPr>
              <a:t>IQVIA Template (V4.0.0)</a:t>
            </a:r>
            <a:endParaRPr lang="en-US" sz="1000" kern="1200">
              <a:solidFill>
                <a:schemeClr val="bg1">
                  <a:lumMod val="50000"/>
                </a:schemeClr>
              </a:solidFill>
              <a:latin typeface="+mj-lt"/>
              <a:ea typeface="Arial" charset="0"/>
              <a:cs typeface="Arial" charset="0"/>
            </a:endParaRPr>
          </a:p>
        </p:txBody>
      </p:sp>
      <p:grpSp>
        <p:nvGrpSpPr>
          <p:cNvPr id="142" name="Group 141">
            <a:extLst>
              <a:ext uri="{FF2B5EF4-FFF2-40B4-BE49-F238E27FC236}">
                <a16:creationId xmlns:a16="http://schemas.microsoft.com/office/drawing/2014/main" id="{29FB6BC3-1B53-2FE2-764B-A15DD9E2BD6B}"/>
              </a:ext>
            </a:extLst>
          </p:cNvPr>
          <p:cNvGrpSpPr/>
          <p:nvPr userDrawn="1"/>
        </p:nvGrpSpPr>
        <p:grpSpPr>
          <a:xfrm>
            <a:off x="12308083" y="0"/>
            <a:ext cx="851744" cy="3736190"/>
            <a:chOff x="12308083" y="0"/>
            <a:chExt cx="851744" cy="3736190"/>
          </a:xfrm>
        </p:grpSpPr>
        <p:grpSp>
          <p:nvGrpSpPr>
            <p:cNvPr id="11" name="Group 10">
              <a:extLst>
                <a:ext uri="{FF2B5EF4-FFF2-40B4-BE49-F238E27FC236}">
                  <a16:creationId xmlns:a16="http://schemas.microsoft.com/office/drawing/2014/main" id="{E8B1BCA1-589B-A8E6-DE21-36891188309A}"/>
                </a:ext>
              </a:extLst>
            </p:cNvPr>
            <p:cNvGrpSpPr/>
            <p:nvPr userDrawn="1"/>
          </p:nvGrpSpPr>
          <p:grpSpPr>
            <a:xfrm>
              <a:off x="12308083" y="2649326"/>
              <a:ext cx="851743" cy="187184"/>
              <a:chOff x="12308083" y="2627114"/>
              <a:chExt cx="851743" cy="187184"/>
            </a:xfrm>
          </p:grpSpPr>
          <p:sp>
            <p:nvSpPr>
              <p:cNvPr id="148" name="Rectangle 147">
                <a:extLst>
                  <a:ext uri="{FF2B5EF4-FFF2-40B4-BE49-F238E27FC236}">
                    <a16:creationId xmlns:a16="http://schemas.microsoft.com/office/drawing/2014/main" id="{F46DD2B6-4144-9C44-8392-9127F5DADBD1}"/>
                  </a:ext>
                </a:extLst>
              </p:cNvPr>
              <p:cNvSpPr/>
              <p:nvPr/>
            </p:nvSpPr>
            <p:spPr bwMode="gray">
              <a:xfrm>
                <a:off x="12308083" y="2627114"/>
                <a:ext cx="187184" cy="187184"/>
              </a:xfrm>
              <a:prstGeom prst="rect">
                <a:avLst/>
              </a:prstGeom>
              <a:solidFill>
                <a:srgbClr val="2B3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49" name="Rectangle 148">
                <a:extLst>
                  <a:ext uri="{FF2B5EF4-FFF2-40B4-BE49-F238E27FC236}">
                    <a16:creationId xmlns:a16="http://schemas.microsoft.com/office/drawing/2014/main" id="{BBE2A7EF-3365-0441-9D19-475B521B2290}"/>
                  </a:ext>
                </a:extLst>
              </p:cNvPr>
              <p:cNvSpPr/>
              <p:nvPr/>
            </p:nvSpPr>
            <p:spPr bwMode="gray">
              <a:xfrm>
                <a:off x="12751123" y="2627114"/>
                <a:ext cx="187184" cy="187184"/>
              </a:xfrm>
              <a:prstGeom prst="rect">
                <a:avLst/>
              </a:prstGeom>
              <a:solidFill>
                <a:srgbClr val="606B7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0" name="Rectangle 149">
                <a:extLst>
                  <a:ext uri="{FF2B5EF4-FFF2-40B4-BE49-F238E27FC236}">
                    <a16:creationId xmlns:a16="http://schemas.microsoft.com/office/drawing/2014/main" id="{F5E57586-5BBB-444A-AF8C-B41739BFA68E}"/>
                  </a:ext>
                </a:extLst>
              </p:cNvPr>
              <p:cNvSpPr/>
              <p:nvPr/>
            </p:nvSpPr>
            <p:spPr bwMode="gray">
              <a:xfrm>
                <a:off x="12972642" y="2627114"/>
                <a:ext cx="187184" cy="187184"/>
              </a:xfrm>
              <a:prstGeom prst="rect">
                <a:avLst/>
              </a:prstGeom>
              <a:solidFill>
                <a:srgbClr val="CACED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51" name="Rectangle 150">
                <a:extLst>
                  <a:ext uri="{FF2B5EF4-FFF2-40B4-BE49-F238E27FC236}">
                    <a16:creationId xmlns:a16="http://schemas.microsoft.com/office/drawing/2014/main" id="{7900B15B-0301-9442-BA29-DAF74AC2ED47}"/>
                  </a:ext>
                </a:extLst>
              </p:cNvPr>
              <p:cNvSpPr/>
              <p:nvPr/>
            </p:nvSpPr>
            <p:spPr bwMode="gray">
              <a:xfrm>
                <a:off x="12529603" y="2627114"/>
                <a:ext cx="187184" cy="187184"/>
              </a:xfrm>
              <a:prstGeom prst="rect">
                <a:avLst/>
              </a:prstGeom>
              <a:solidFill>
                <a:srgbClr val="959C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grpSp>
        <p:sp>
          <p:nvSpPr>
            <p:cNvPr id="156" name="TextBox 155">
              <a:extLst>
                <a:ext uri="{FF2B5EF4-FFF2-40B4-BE49-F238E27FC236}">
                  <a16:creationId xmlns:a16="http://schemas.microsoft.com/office/drawing/2014/main" id="{F396C095-9B66-F444-862E-DE666BC5DC9E}"/>
                </a:ext>
              </a:extLst>
            </p:cNvPr>
            <p:cNvSpPr txBox="1"/>
            <p:nvPr/>
          </p:nvSpPr>
          <p:spPr>
            <a:xfrm>
              <a:off x="12308083" y="0"/>
              <a:ext cx="851744" cy="184666"/>
            </a:xfrm>
            <a:prstGeom prst="rect">
              <a:avLst/>
            </a:prstGeom>
            <a:noFill/>
          </p:spPr>
          <p:txBody>
            <a:bodyPr wrap="square" lIns="0" rIns="0" rtlCol="0">
              <a:spAutoFit/>
            </a:bodyPr>
            <a:lstStyle/>
            <a:p>
              <a:pPr algn="ctr"/>
              <a:r>
                <a:rPr lang="en-US" sz="600">
                  <a:solidFill>
                    <a:schemeClr val="tx1"/>
                  </a:solidFill>
                  <a:latin typeface="+mj-lt"/>
                </a:rPr>
                <a:t>100%  50%   75%   25%</a:t>
              </a:r>
            </a:p>
          </p:txBody>
        </p:sp>
        <p:grpSp>
          <p:nvGrpSpPr>
            <p:cNvPr id="6" name="Group 5">
              <a:extLst>
                <a:ext uri="{FF2B5EF4-FFF2-40B4-BE49-F238E27FC236}">
                  <a16:creationId xmlns:a16="http://schemas.microsoft.com/office/drawing/2014/main" id="{6307F83F-C095-6957-9133-BF721D059EDD}"/>
                </a:ext>
              </a:extLst>
            </p:cNvPr>
            <p:cNvGrpSpPr/>
            <p:nvPr userDrawn="1"/>
          </p:nvGrpSpPr>
          <p:grpSpPr>
            <a:xfrm>
              <a:off x="12308083" y="419226"/>
              <a:ext cx="851743" cy="188638"/>
              <a:chOff x="12308083" y="418248"/>
              <a:chExt cx="851743" cy="188638"/>
            </a:xfrm>
          </p:grpSpPr>
          <p:sp>
            <p:nvSpPr>
              <p:cNvPr id="164" name="Rectangle 163">
                <a:extLst>
                  <a:ext uri="{FF2B5EF4-FFF2-40B4-BE49-F238E27FC236}">
                    <a16:creationId xmlns:a16="http://schemas.microsoft.com/office/drawing/2014/main" id="{51FF5A3B-DFB1-5F43-A2EF-04D81F0CA37E}"/>
                  </a:ext>
                </a:extLst>
              </p:cNvPr>
              <p:cNvSpPr/>
              <p:nvPr/>
            </p:nvSpPr>
            <p:spPr bwMode="gray">
              <a:xfrm>
                <a:off x="12529603" y="418248"/>
                <a:ext cx="187184" cy="187184"/>
              </a:xfrm>
              <a:prstGeom prst="rect">
                <a:avLst/>
              </a:prstGeom>
              <a:solidFill>
                <a:srgbClr val="7FAA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6" name="Rectangle 165">
                <a:extLst>
                  <a:ext uri="{FF2B5EF4-FFF2-40B4-BE49-F238E27FC236}">
                    <a16:creationId xmlns:a16="http://schemas.microsoft.com/office/drawing/2014/main" id="{C2D4C9F2-E663-FE4E-91B5-486C3221C4FF}"/>
                  </a:ext>
                </a:extLst>
              </p:cNvPr>
              <p:cNvSpPr/>
              <p:nvPr/>
            </p:nvSpPr>
            <p:spPr bwMode="gray">
              <a:xfrm>
                <a:off x="12751122" y="418248"/>
                <a:ext cx="187184" cy="187184"/>
              </a:xfrm>
              <a:prstGeom prst="rect">
                <a:avLst/>
              </a:prstGeom>
              <a:solidFill>
                <a:srgbClr val="4080A5"/>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8" name="Rectangle 167">
                <a:extLst>
                  <a:ext uri="{FF2B5EF4-FFF2-40B4-BE49-F238E27FC236}">
                    <a16:creationId xmlns:a16="http://schemas.microsoft.com/office/drawing/2014/main" id="{18F062A5-65F4-EC4E-99C6-45D7627564E3}"/>
                  </a:ext>
                </a:extLst>
              </p:cNvPr>
              <p:cNvSpPr/>
              <p:nvPr/>
            </p:nvSpPr>
            <p:spPr bwMode="gray">
              <a:xfrm>
                <a:off x="12972642" y="418248"/>
                <a:ext cx="187184" cy="187184"/>
              </a:xfrm>
              <a:prstGeom prst="rect">
                <a:avLst/>
              </a:prstGeom>
              <a:solidFill>
                <a:srgbClr val="BFD4E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3" name="Rectangle 172">
                <a:extLst>
                  <a:ext uri="{FF2B5EF4-FFF2-40B4-BE49-F238E27FC236}">
                    <a16:creationId xmlns:a16="http://schemas.microsoft.com/office/drawing/2014/main" id="{7BC28099-48BB-8E4A-9E3A-F5749D3F9E0A}"/>
                  </a:ext>
                </a:extLst>
              </p:cNvPr>
              <p:cNvSpPr/>
              <p:nvPr/>
            </p:nvSpPr>
            <p:spPr bwMode="gray">
              <a:xfrm>
                <a:off x="12308083" y="419702"/>
                <a:ext cx="187184" cy="187184"/>
              </a:xfrm>
              <a:prstGeom prst="rect">
                <a:avLst/>
              </a:prstGeom>
              <a:solidFill>
                <a:srgbClr val="00558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4" name="Group 3">
              <a:extLst>
                <a:ext uri="{FF2B5EF4-FFF2-40B4-BE49-F238E27FC236}">
                  <a16:creationId xmlns:a16="http://schemas.microsoft.com/office/drawing/2014/main" id="{54D31852-4FF2-4DC7-9F4F-12F33E8E006F}"/>
                </a:ext>
              </a:extLst>
            </p:cNvPr>
            <p:cNvGrpSpPr/>
            <p:nvPr userDrawn="1"/>
          </p:nvGrpSpPr>
          <p:grpSpPr>
            <a:xfrm>
              <a:off x="12308083" y="196943"/>
              <a:ext cx="851743" cy="187184"/>
              <a:chOff x="12308083" y="196943"/>
              <a:chExt cx="851743" cy="187184"/>
            </a:xfrm>
          </p:grpSpPr>
          <p:sp>
            <p:nvSpPr>
              <p:cNvPr id="163" name="Rectangle 162">
                <a:extLst>
                  <a:ext uri="{FF2B5EF4-FFF2-40B4-BE49-F238E27FC236}">
                    <a16:creationId xmlns:a16="http://schemas.microsoft.com/office/drawing/2014/main" id="{FABDCF59-39B4-D741-804B-DA8E5356DEE0}"/>
                  </a:ext>
                </a:extLst>
              </p:cNvPr>
              <p:cNvSpPr/>
              <p:nvPr/>
            </p:nvSpPr>
            <p:spPr bwMode="gray">
              <a:xfrm>
                <a:off x="12529603" y="196943"/>
                <a:ext cx="187184" cy="187184"/>
              </a:xfrm>
              <a:prstGeom prst="rect">
                <a:avLst/>
              </a:prstGeom>
              <a:solidFill>
                <a:srgbClr val="7FD1E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5" name="Rectangle 164">
                <a:extLst>
                  <a:ext uri="{FF2B5EF4-FFF2-40B4-BE49-F238E27FC236}">
                    <a16:creationId xmlns:a16="http://schemas.microsoft.com/office/drawing/2014/main" id="{48595AD6-FC65-BD4F-A0A3-C9735B09BF97}"/>
                  </a:ext>
                </a:extLst>
              </p:cNvPr>
              <p:cNvSpPr/>
              <p:nvPr/>
            </p:nvSpPr>
            <p:spPr bwMode="gray">
              <a:xfrm>
                <a:off x="12751122" y="196943"/>
                <a:ext cx="187184" cy="187184"/>
              </a:xfrm>
              <a:prstGeom prst="rect">
                <a:avLst/>
              </a:prstGeom>
              <a:solidFill>
                <a:srgbClr val="40BAE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67" name="Rectangle 166">
                <a:extLst>
                  <a:ext uri="{FF2B5EF4-FFF2-40B4-BE49-F238E27FC236}">
                    <a16:creationId xmlns:a16="http://schemas.microsoft.com/office/drawing/2014/main" id="{4E87748B-6503-C94A-A0A5-ECF75744DC53}"/>
                  </a:ext>
                </a:extLst>
              </p:cNvPr>
              <p:cNvSpPr/>
              <p:nvPr/>
            </p:nvSpPr>
            <p:spPr bwMode="gray">
              <a:xfrm>
                <a:off x="12972642" y="196943"/>
                <a:ext cx="187184" cy="187184"/>
              </a:xfrm>
              <a:prstGeom prst="rect">
                <a:avLst/>
              </a:prstGeom>
              <a:solidFill>
                <a:srgbClr val="BFE8F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7" name="Rectangle 176">
                <a:extLst>
                  <a:ext uri="{FF2B5EF4-FFF2-40B4-BE49-F238E27FC236}">
                    <a16:creationId xmlns:a16="http://schemas.microsoft.com/office/drawing/2014/main" id="{1412DE59-4F68-1A4F-81B2-F45A075CF184}"/>
                  </a:ext>
                </a:extLst>
              </p:cNvPr>
              <p:cNvSpPr/>
              <p:nvPr/>
            </p:nvSpPr>
            <p:spPr bwMode="gray">
              <a:xfrm>
                <a:off x="12308083" y="196943"/>
                <a:ext cx="187184" cy="187184"/>
              </a:xfrm>
              <a:prstGeom prst="rect">
                <a:avLst/>
              </a:prstGeom>
              <a:solidFill>
                <a:srgbClr val="00A3E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7" name="Group 6">
              <a:extLst>
                <a:ext uri="{FF2B5EF4-FFF2-40B4-BE49-F238E27FC236}">
                  <a16:creationId xmlns:a16="http://schemas.microsoft.com/office/drawing/2014/main" id="{0AA79F80-D902-1962-861B-63DE988E9D1F}"/>
                </a:ext>
              </a:extLst>
            </p:cNvPr>
            <p:cNvGrpSpPr/>
            <p:nvPr userDrawn="1"/>
          </p:nvGrpSpPr>
          <p:grpSpPr>
            <a:xfrm>
              <a:off x="12308083" y="1087529"/>
              <a:ext cx="851743" cy="190092"/>
              <a:chOff x="12308083" y="1080414"/>
              <a:chExt cx="851743" cy="190092"/>
            </a:xfrm>
          </p:grpSpPr>
          <p:sp>
            <p:nvSpPr>
              <p:cNvPr id="178" name="Rectangle 177">
                <a:extLst>
                  <a:ext uri="{FF2B5EF4-FFF2-40B4-BE49-F238E27FC236}">
                    <a16:creationId xmlns:a16="http://schemas.microsoft.com/office/drawing/2014/main" id="{C91C1BDA-5D81-794C-B1A7-67CC9CE1EE1E}"/>
                  </a:ext>
                </a:extLst>
              </p:cNvPr>
              <p:cNvSpPr/>
              <p:nvPr/>
            </p:nvSpPr>
            <p:spPr bwMode="gray">
              <a:xfrm>
                <a:off x="12529603" y="1080414"/>
                <a:ext cx="187184" cy="187184"/>
              </a:xfrm>
              <a:prstGeom prst="rect">
                <a:avLst/>
              </a:prstGeom>
              <a:solidFill>
                <a:srgbClr val="7FDF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79" name="Rectangle 178">
                <a:extLst>
                  <a:ext uri="{FF2B5EF4-FFF2-40B4-BE49-F238E27FC236}">
                    <a16:creationId xmlns:a16="http://schemas.microsoft.com/office/drawing/2014/main" id="{E26E8257-987A-C249-A28B-F90461918BC4}"/>
                  </a:ext>
                </a:extLst>
              </p:cNvPr>
              <p:cNvSpPr/>
              <p:nvPr/>
            </p:nvSpPr>
            <p:spPr bwMode="gray">
              <a:xfrm>
                <a:off x="12751122" y="1080414"/>
                <a:ext cx="187184" cy="187184"/>
              </a:xfrm>
              <a:prstGeom prst="rect">
                <a:avLst/>
              </a:prstGeom>
              <a:solidFill>
                <a:srgbClr val="40CFC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0" name="Rectangle 179">
                <a:extLst>
                  <a:ext uri="{FF2B5EF4-FFF2-40B4-BE49-F238E27FC236}">
                    <a16:creationId xmlns:a16="http://schemas.microsoft.com/office/drawing/2014/main" id="{9C325A48-0CB1-104E-BA30-9A71DD6D61AB}"/>
                  </a:ext>
                </a:extLst>
              </p:cNvPr>
              <p:cNvSpPr/>
              <p:nvPr/>
            </p:nvSpPr>
            <p:spPr bwMode="gray">
              <a:xfrm>
                <a:off x="12972642" y="1080414"/>
                <a:ext cx="187184" cy="187184"/>
              </a:xfrm>
              <a:prstGeom prst="rect">
                <a:avLst/>
              </a:prstGeom>
              <a:solidFill>
                <a:srgbClr val="BFEFEC"/>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3" name="Rectangle 182">
                <a:extLst>
                  <a:ext uri="{FF2B5EF4-FFF2-40B4-BE49-F238E27FC236}">
                    <a16:creationId xmlns:a16="http://schemas.microsoft.com/office/drawing/2014/main" id="{96B5B61B-C053-424B-AAFB-3CAEB0DDF986}"/>
                  </a:ext>
                </a:extLst>
              </p:cNvPr>
              <p:cNvSpPr/>
              <p:nvPr/>
            </p:nvSpPr>
            <p:spPr bwMode="gray">
              <a:xfrm>
                <a:off x="12308083" y="1083322"/>
                <a:ext cx="187184" cy="187184"/>
              </a:xfrm>
              <a:prstGeom prst="rect">
                <a:avLst/>
              </a:prstGeom>
              <a:solidFill>
                <a:srgbClr val="00BFB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10" name="Group 9">
              <a:extLst>
                <a:ext uri="{FF2B5EF4-FFF2-40B4-BE49-F238E27FC236}">
                  <a16:creationId xmlns:a16="http://schemas.microsoft.com/office/drawing/2014/main" id="{6E9EF6F7-8078-2AA2-2468-0446932D2A36}"/>
                </a:ext>
              </a:extLst>
            </p:cNvPr>
            <p:cNvGrpSpPr/>
            <p:nvPr userDrawn="1"/>
          </p:nvGrpSpPr>
          <p:grpSpPr>
            <a:xfrm>
              <a:off x="12308083" y="2204760"/>
              <a:ext cx="851743" cy="187184"/>
              <a:chOff x="12308083" y="2181904"/>
              <a:chExt cx="851743" cy="187184"/>
            </a:xfrm>
          </p:grpSpPr>
          <p:sp>
            <p:nvSpPr>
              <p:cNvPr id="184" name="Rectangle 183">
                <a:extLst>
                  <a:ext uri="{FF2B5EF4-FFF2-40B4-BE49-F238E27FC236}">
                    <a16:creationId xmlns:a16="http://schemas.microsoft.com/office/drawing/2014/main" id="{A9EA6558-DD3B-7A4C-91B0-97252C1832CF}"/>
                  </a:ext>
                </a:extLst>
              </p:cNvPr>
              <p:cNvSpPr/>
              <p:nvPr/>
            </p:nvSpPr>
            <p:spPr bwMode="gray">
              <a:xfrm>
                <a:off x="12308083" y="2181904"/>
                <a:ext cx="187184" cy="187184"/>
              </a:xfrm>
              <a:prstGeom prst="rect">
                <a:avLst/>
              </a:prstGeom>
              <a:solidFill>
                <a:srgbClr val="02722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5" name="Rectangle 184">
                <a:extLst>
                  <a:ext uri="{FF2B5EF4-FFF2-40B4-BE49-F238E27FC236}">
                    <a16:creationId xmlns:a16="http://schemas.microsoft.com/office/drawing/2014/main" id="{E34F6D7E-6CD3-7B49-9F1D-6D78AACEFF91}"/>
                  </a:ext>
                </a:extLst>
              </p:cNvPr>
              <p:cNvSpPr/>
              <p:nvPr/>
            </p:nvSpPr>
            <p:spPr bwMode="gray">
              <a:xfrm>
                <a:off x="12529603" y="2181904"/>
                <a:ext cx="187184" cy="187184"/>
              </a:xfrm>
              <a:prstGeom prst="rect">
                <a:avLst/>
              </a:prstGeom>
              <a:solidFill>
                <a:srgbClr val="80B891"/>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7" name="Rectangle 186">
                <a:extLst>
                  <a:ext uri="{FF2B5EF4-FFF2-40B4-BE49-F238E27FC236}">
                    <a16:creationId xmlns:a16="http://schemas.microsoft.com/office/drawing/2014/main" id="{C91976CC-682F-9849-BB70-F87EC81993D2}"/>
                  </a:ext>
                </a:extLst>
              </p:cNvPr>
              <p:cNvSpPr/>
              <p:nvPr/>
            </p:nvSpPr>
            <p:spPr bwMode="gray">
              <a:xfrm>
                <a:off x="12751122" y="2181904"/>
                <a:ext cx="187184" cy="187184"/>
              </a:xfrm>
              <a:prstGeom prst="rect">
                <a:avLst/>
              </a:prstGeom>
              <a:solidFill>
                <a:srgbClr val="41955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9" name="Rectangle 188">
                <a:extLst>
                  <a:ext uri="{FF2B5EF4-FFF2-40B4-BE49-F238E27FC236}">
                    <a16:creationId xmlns:a16="http://schemas.microsoft.com/office/drawing/2014/main" id="{6B89722E-49F3-144D-AC2D-0950AC3ACF7F}"/>
                  </a:ext>
                </a:extLst>
              </p:cNvPr>
              <p:cNvSpPr/>
              <p:nvPr/>
            </p:nvSpPr>
            <p:spPr bwMode="gray">
              <a:xfrm>
                <a:off x="12972642" y="2181904"/>
                <a:ext cx="187184" cy="187184"/>
              </a:xfrm>
              <a:prstGeom prst="rect">
                <a:avLst/>
              </a:prstGeom>
              <a:solidFill>
                <a:srgbClr val="C0DCC8"/>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grpSp>
          <p:nvGrpSpPr>
            <p:cNvPr id="9" name="Group 8">
              <a:extLst>
                <a:ext uri="{FF2B5EF4-FFF2-40B4-BE49-F238E27FC236}">
                  <a16:creationId xmlns:a16="http://schemas.microsoft.com/office/drawing/2014/main" id="{6B5EA531-8644-120F-18B0-28D3A1DB590C}"/>
                </a:ext>
              </a:extLst>
            </p:cNvPr>
            <p:cNvGrpSpPr/>
            <p:nvPr userDrawn="1"/>
          </p:nvGrpSpPr>
          <p:grpSpPr>
            <a:xfrm>
              <a:off x="12308083" y="1982477"/>
              <a:ext cx="851743" cy="187184"/>
              <a:chOff x="12308083" y="1960536"/>
              <a:chExt cx="851743" cy="187184"/>
            </a:xfrm>
          </p:grpSpPr>
          <p:sp>
            <p:nvSpPr>
              <p:cNvPr id="169" name="Rectangle 168">
                <a:extLst>
                  <a:ext uri="{FF2B5EF4-FFF2-40B4-BE49-F238E27FC236}">
                    <a16:creationId xmlns:a16="http://schemas.microsoft.com/office/drawing/2014/main" id="{3C6FF5B6-5DBB-B04F-B902-B9A93A757215}"/>
                  </a:ext>
                </a:extLst>
              </p:cNvPr>
              <p:cNvSpPr/>
              <p:nvPr/>
            </p:nvSpPr>
            <p:spPr bwMode="gray">
              <a:xfrm>
                <a:off x="12308083" y="1960536"/>
                <a:ext cx="187184" cy="187184"/>
              </a:xfrm>
              <a:prstGeom prst="rect">
                <a:avLst/>
              </a:prstGeom>
              <a:solidFill>
                <a:srgbClr val="43B02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6" name="Rectangle 185">
                <a:extLst>
                  <a:ext uri="{FF2B5EF4-FFF2-40B4-BE49-F238E27FC236}">
                    <a16:creationId xmlns:a16="http://schemas.microsoft.com/office/drawing/2014/main" id="{BF821065-02C2-EF4B-9F9C-E2A91FD8F316}"/>
                  </a:ext>
                </a:extLst>
              </p:cNvPr>
              <p:cNvSpPr/>
              <p:nvPr/>
            </p:nvSpPr>
            <p:spPr bwMode="gray">
              <a:xfrm>
                <a:off x="12529603" y="1960536"/>
                <a:ext cx="187184" cy="187184"/>
              </a:xfrm>
              <a:prstGeom prst="rect">
                <a:avLst/>
              </a:prstGeom>
              <a:solidFill>
                <a:srgbClr val="A1D79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88" name="Rectangle 187">
                <a:extLst>
                  <a:ext uri="{FF2B5EF4-FFF2-40B4-BE49-F238E27FC236}">
                    <a16:creationId xmlns:a16="http://schemas.microsoft.com/office/drawing/2014/main" id="{D79483A8-0232-0548-BBDE-CAC5A5717E5B}"/>
                  </a:ext>
                </a:extLst>
              </p:cNvPr>
              <p:cNvSpPr/>
              <p:nvPr/>
            </p:nvSpPr>
            <p:spPr bwMode="gray">
              <a:xfrm>
                <a:off x="12751122" y="1960536"/>
                <a:ext cx="187184" cy="187184"/>
              </a:xfrm>
              <a:prstGeom prst="rect">
                <a:avLst/>
              </a:prstGeom>
              <a:solidFill>
                <a:srgbClr val="72C45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0" name="Rectangle 189">
                <a:extLst>
                  <a:ext uri="{FF2B5EF4-FFF2-40B4-BE49-F238E27FC236}">
                    <a16:creationId xmlns:a16="http://schemas.microsoft.com/office/drawing/2014/main" id="{ACF64A98-8F5F-364E-9BF7-4F76EBB2E875}"/>
                  </a:ext>
                </a:extLst>
              </p:cNvPr>
              <p:cNvSpPr/>
              <p:nvPr/>
            </p:nvSpPr>
            <p:spPr bwMode="gray">
              <a:xfrm>
                <a:off x="12972642" y="1960536"/>
                <a:ext cx="187184" cy="187184"/>
              </a:xfrm>
              <a:prstGeom prst="rect">
                <a:avLst/>
              </a:prstGeom>
              <a:solidFill>
                <a:srgbClr val="D0EBCA"/>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191" name="Rectangle 190">
              <a:extLst>
                <a:ext uri="{FF2B5EF4-FFF2-40B4-BE49-F238E27FC236}">
                  <a16:creationId xmlns:a16="http://schemas.microsoft.com/office/drawing/2014/main" id="{68D56737-D7FA-9241-BF90-CDAA19D3F175}"/>
                </a:ext>
              </a:extLst>
            </p:cNvPr>
            <p:cNvSpPr/>
            <p:nvPr/>
          </p:nvSpPr>
          <p:spPr bwMode="gray">
            <a:xfrm>
              <a:off x="12308083" y="643208"/>
              <a:ext cx="187184" cy="187184"/>
            </a:xfrm>
            <a:prstGeom prst="rect">
              <a:avLst/>
            </a:prstGeom>
            <a:solidFill>
              <a:srgbClr val="00CC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2" name="TextBox 191">
              <a:extLst>
                <a:ext uri="{FF2B5EF4-FFF2-40B4-BE49-F238E27FC236}">
                  <a16:creationId xmlns:a16="http://schemas.microsoft.com/office/drawing/2014/main" id="{03825342-AAFF-0E4E-A60C-2B8AB690F64E}"/>
                </a:ext>
              </a:extLst>
            </p:cNvPr>
            <p:cNvSpPr txBox="1"/>
            <p:nvPr/>
          </p:nvSpPr>
          <p:spPr>
            <a:xfrm>
              <a:off x="12528890" y="645726"/>
              <a:ext cx="630936" cy="184666"/>
            </a:xfrm>
            <a:prstGeom prst="rect">
              <a:avLst/>
            </a:prstGeom>
            <a:noFill/>
          </p:spPr>
          <p:txBody>
            <a:bodyPr wrap="square" lIns="0" rIns="0" rtlCol="0">
              <a:spAutoFit/>
            </a:bodyPr>
            <a:lstStyle/>
            <a:p>
              <a:r>
                <a:rPr lang="en-US" sz="600">
                  <a:solidFill>
                    <a:schemeClr val="tx1"/>
                  </a:solidFill>
                  <a:latin typeface="+mj-lt"/>
                </a:rPr>
                <a:t>Bright Blue</a:t>
              </a:r>
            </a:p>
          </p:txBody>
        </p:sp>
        <p:sp>
          <p:nvSpPr>
            <p:cNvPr id="194" name="Rectangle 193">
              <a:extLst>
                <a:ext uri="{FF2B5EF4-FFF2-40B4-BE49-F238E27FC236}">
                  <a16:creationId xmlns:a16="http://schemas.microsoft.com/office/drawing/2014/main" id="{FFE6951A-1135-BF4C-8E4A-27E4A4579C3B}"/>
                </a:ext>
              </a:extLst>
            </p:cNvPr>
            <p:cNvSpPr/>
            <p:nvPr/>
          </p:nvSpPr>
          <p:spPr bwMode="gray">
            <a:xfrm>
              <a:off x="12308083" y="865246"/>
              <a:ext cx="187184" cy="187184"/>
            </a:xfrm>
            <a:prstGeom prst="rect">
              <a:avLst/>
            </a:prstGeom>
            <a:solidFill>
              <a:srgbClr val="140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95" name="TextBox 194">
              <a:extLst>
                <a:ext uri="{FF2B5EF4-FFF2-40B4-BE49-F238E27FC236}">
                  <a16:creationId xmlns:a16="http://schemas.microsoft.com/office/drawing/2014/main" id="{72B3BE3E-8803-DD42-B96E-2D6A35B5C8FE}"/>
                </a:ext>
              </a:extLst>
            </p:cNvPr>
            <p:cNvSpPr txBox="1"/>
            <p:nvPr/>
          </p:nvSpPr>
          <p:spPr>
            <a:xfrm>
              <a:off x="12529603" y="867764"/>
              <a:ext cx="630223" cy="184666"/>
            </a:xfrm>
            <a:prstGeom prst="rect">
              <a:avLst/>
            </a:prstGeom>
            <a:noFill/>
          </p:spPr>
          <p:txBody>
            <a:bodyPr wrap="square" lIns="0" rIns="0" rtlCol="0">
              <a:spAutoFit/>
            </a:bodyPr>
            <a:lstStyle/>
            <a:p>
              <a:r>
                <a:rPr lang="en-US" sz="600">
                  <a:latin typeface="+mj-lt"/>
                </a:rPr>
                <a:t>Indigo</a:t>
              </a:r>
              <a:endParaRPr lang="en-US" sz="600">
                <a:solidFill>
                  <a:schemeClr val="tx1"/>
                </a:solidFill>
                <a:latin typeface="+mj-lt"/>
              </a:endParaRPr>
            </a:p>
          </p:txBody>
        </p:sp>
        <p:grpSp>
          <p:nvGrpSpPr>
            <p:cNvPr id="8" name="Group 7">
              <a:extLst>
                <a:ext uri="{FF2B5EF4-FFF2-40B4-BE49-F238E27FC236}">
                  <a16:creationId xmlns:a16="http://schemas.microsoft.com/office/drawing/2014/main" id="{CCE559D8-A3FE-2ADF-C818-6A2239BA9C8D}"/>
                </a:ext>
              </a:extLst>
            </p:cNvPr>
            <p:cNvGrpSpPr/>
            <p:nvPr userDrawn="1"/>
          </p:nvGrpSpPr>
          <p:grpSpPr>
            <a:xfrm>
              <a:off x="12308083" y="1312720"/>
              <a:ext cx="851743" cy="190092"/>
              <a:chOff x="12308083" y="1309014"/>
              <a:chExt cx="851743" cy="190092"/>
            </a:xfrm>
          </p:grpSpPr>
          <p:sp>
            <p:nvSpPr>
              <p:cNvPr id="197" name="Rectangle 196">
                <a:extLst>
                  <a:ext uri="{FF2B5EF4-FFF2-40B4-BE49-F238E27FC236}">
                    <a16:creationId xmlns:a16="http://schemas.microsoft.com/office/drawing/2014/main" id="{D6E8F370-88B7-B143-BECC-56B2696E26F2}"/>
                  </a:ext>
                </a:extLst>
              </p:cNvPr>
              <p:cNvSpPr/>
              <p:nvPr/>
            </p:nvSpPr>
            <p:spPr bwMode="gray">
              <a:xfrm>
                <a:off x="12529603" y="1309014"/>
                <a:ext cx="187184" cy="187184"/>
              </a:xfrm>
              <a:prstGeom prst="rect">
                <a:avLst/>
              </a:prstGeom>
              <a:solidFill>
                <a:srgbClr val="80C7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8" name="Rectangle 197">
                <a:extLst>
                  <a:ext uri="{FF2B5EF4-FFF2-40B4-BE49-F238E27FC236}">
                    <a16:creationId xmlns:a16="http://schemas.microsoft.com/office/drawing/2014/main" id="{6777473D-86CB-DC41-A591-538A0820099A}"/>
                  </a:ext>
                </a:extLst>
              </p:cNvPr>
              <p:cNvSpPr/>
              <p:nvPr/>
            </p:nvSpPr>
            <p:spPr bwMode="gray">
              <a:xfrm>
                <a:off x="12751122" y="1309014"/>
                <a:ext cx="187184" cy="187184"/>
              </a:xfrm>
              <a:prstGeom prst="rect">
                <a:avLst/>
              </a:prstGeom>
              <a:solidFill>
                <a:srgbClr val="40A49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199" name="Rectangle 198">
                <a:extLst>
                  <a:ext uri="{FF2B5EF4-FFF2-40B4-BE49-F238E27FC236}">
                    <a16:creationId xmlns:a16="http://schemas.microsoft.com/office/drawing/2014/main" id="{989B0485-B1FD-0E46-998C-70BF14846660}"/>
                  </a:ext>
                </a:extLst>
              </p:cNvPr>
              <p:cNvSpPr/>
              <p:nvPr/>
            </p:nvSpPr>
            <p:spPr bwMode="gray">
              <a:xfrm>
                <a:off x="12972642" y="1309014"/>
                <a:ext cx="187184" cy="187184"/>
              </a:xfrm>
              <a:prstGeom prst="rect">
                <a:avLst/>
              </a:prstGeom>
              <a:solidFill>
                <a:srgbClr val="CCE9E7"/>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0" name="Rectangle 199">
                <a:extLst>
                  <a:ext uri="{FF2B5EF4-FFF2-40B4-BE49-F238E27FC236}">
                    <a16:creationId xmlns:a16="http://schemas.microsoft.com/office/drawing/2014/main" id="{C3488BCE-878D-4A43-AA90-4912A715E8BD}"/>
                  </a:ext>
                </a:extLst>
              </p:cNvPr>
              <p:cNvSpPr/>
              <p:nvPr/>
            </p:nvSpPr>
            <p:spPr bwMode="gray">
              <a:xfrm>
                <a:off x="12308083" y="1311922"/>
                <a:ext cx="187184" cy="187184"/>
              </a:xfrm>
              <a:prstGeom prst="rect">
                <a:avLst/>
              </a:prstGeom>
              <a:solidFill>
                <a:srgbClr val="008F86"/>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grpSp>
        <p:sp>
          <p:nvSpPr>
            <p:cNvPr id="201" name="Rectangle 200">
              <a:extLst>
                <a:ext uri="{FF2B5EF4-FFF2-40B4-BE49-F238E27FC236}">
                  <a16:creationId xmlns:a16="http://schemas.microsoft.com/office/drawing/2014/main" id="{7AB8F119-F5FE-2149-92FB-75F8830718E6}"/>
                </a:ext>
              </a:extLst>
            </p:cNvPr>
            <p:cNvSpPr/>
            <p:nvPr/>
          </p:nvSpPr>
          <p:spPr bwMode="gray">
            <a:xfrm>
              <a:off x="12308083" y="1537911"/>
              <a:ext cx="187184" cy="187184"/>
            </a:xfrm>
            <a:prstGeom prst="rect">
              <a:avLst/>
            </a:prstGeom>
            <a:solidFill>
              <a:srgbClr val="0CEFC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2" name="TextBox 201">
              <a:extLst>
                <a:ext uri="{FF2B5EF4-FFF2-40B4-BE49-F238E27FC236}">
                  <a16:creationId xmlns:a16="http://schemas.microsoft.com/office/drawing/2014/main" id="{D4276137-38CE-CE41-8278-45DD99244B1A}"/>
                </a:ext>
              </a:extLst>
            </p:cNvPr>
            <p:cNvSpPr txBox="1"/>
            <p:nvPr/>
          </p:nvSpPr>
          <p:spPr>
            <a:xfrm>
              <a:off x="12528890" y="1540429"/>
              <a:ext cx="630936" cy="184666"/>
            </a:xfrm>
            <a:prstGeom prst="rect">
              <a:avLst/>
            </a:prstGeom>
            <a:noFill/>
          </p:spPr>
          <p:txBody>
            <a:bodyPr wrap="square" lIns="0" rIns="0" rtlCol="0">
              <a:spAutoFit/>
            </a:bodyPr>
            <a:lstStyle/>
            <a:p>
              <a:r>
                <a:rPr lang="en-US" sz="600">
                  <a:solidFill>
                    <a:schemeClr val="tx1"/>
                  </a:solidFill>
                  <a:latin typeface="+mj-lt"/>
                </a:rPr>
                <a:t>Bright Teal</a:t>
              </a:r>
            </a:p>
          </p:txBody>
        </p:sp>
        <p:sp>
          <p:nvSpPr>
            <p:cNvPr id="203" name="Rectangle 202">
              <a:extLst>
                <a:ext uri="{FF2B5EF4-FFF2-40B4-BE49-F238E27FC236}">
                  <a16:creationId xmlns:a16="http://schemas.microsoft.com/office/drawing/2014/main" id="{32FDF16C-E3D9-5A43-B4BA-A2D0BD2547E2}"/>
                </a:ext>
              </a:extLst>
            </p:cNvPr>
            <p:cNvSpPr/>
            <p:nvPr/>
          </p:nvSpPr>
          <p:spPr bwMode="gray">
            <a:xfrm>
              <a:off x="12308083" y="2427043"/>
              <a:ext cx="187184" cy="187184"/>
            </a:xfrm>
            <a:prstGeom prst="rect">
              <a:avLst/>
            </a:prstGeom>
            <a:solidFill>
              <a:srgbClr val="79D853"/>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mj-lt"/>
                <a:ea typeface="+mn-ea"/>
                <a:cs typeface="+mn-cs"/>
              </a:endParaRPr>
            </a:p>
          </p:txBody>
        </p:sp>
        <p:sp>
          <p:nvSpPr>
            <p:cNvPr id="204" name="TextBox 203">
              <a:extLst>
                <a:ext uri="{FF2B5EF4-FFF2-40B4-BE49-F238E27FC236}">
                  <a16:creationId xmlns:a16="http://schemas.microsoft.com/office/drawing/2014/main" id="{2AF546EF-4A91-2643-AD8A-13B35443E7F5}"/>
                </a:ext>
              </a:extLst>
            </p:cNvPr>
            <p:cNvSpPr txBox="1"/>
            <p:nvPr/>
          </p:nvSpPr>
          <p:spPr>
            <a:xfrm>
              <a:off x="12528890" y="2429561"/>
              <a:ext cx="630936" cy="184666"/>
            </a:xfrm>
            <a:prstGeom prst="rect">
              <a:avLst/>
            </a:prstGeom>
            <a:noFill/>
          </p:spPr>
          <p:txBody>
            <a:bodyPr wrap="square" lIns="0" rIns="0" rtlCol="0">
              <a:spAutoFit/>
            </a:bodyPr>
            <a:lstStyle/>
            <a:p>
              <a:r>
                <a:rPr lang="en-US" sz="600">
                  <a:solidFill>
                    <a:schemeClr val="tx1"/>
                  </a:solidFill>
                  <a:latin typeface="+mj-lt"/>
                </a:rPr>
                <a:t>Bright Green</a:t>
              </a:r>
            </a:p>
          </p:txBody>
        </p:sp>
        <p:sp>
          <p:nvSpPr>
            <p:cNvPr id="2" name="Rectangle 1">
              <a:extLst>
                <a:ext uri="{FF2B5EF4-FFF2-40B4-BE49-F238E27FC236}">
                  <a16:creationId xmlns:a16="http://schemas.microsoft.com/office/drawing/2014/main" id="{6E8E6B63-0E18-2B5F-AE36-0B95FD27C5A3}"/>
                </a:ext>
              </a:extLst>
            </p:cNvPr>
            <p:cNvSpPr/>
            <p:nvPr userDrawn="1"/>
          </p:nvSpPr>
          <p:spPr bwMode="gray">
            <a:xfrm>
              <a:off x="12308083" y="1760194"/>
              <a:ext cx="187184" cy="187184"/>
            </a:xfrm>
            <a:prstGeom prst="rect">
              <a:avLst/>
            </a:prstGeom>
            <a:solidFill>
              <a:srgbClr val="1154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3" name="TextBox 2">
              <a:extLst>
                <a:ext uri="{FF2B5EF4-FFF2-40B4-BE49-F238E27FC236}">
                  <a16:creationId xmlns:a16="http://schemas.microsoft.com/office/drawing/2014/main" id="{27EB9D1A-6121-A3E4-E861-1158A6F8F31B}"/>
                </a:ext>
              </a:extLst>
            </p:cNvPr>
            <p:cNvSpPr txBox="1"/>
            <p:nvPr userDrawn="1"/>
          </p:nvSpPr>
          <p:spPr>
            <a:xfrm>
              <a:off x="12529603" y="1762712"/>
              <a:ext cx="630223" cy="184666"/>
            </a:xfrm>
            <a:prstGeom prst="rect">
              <a:avLst/>
            </a:prstGeom>
            <a:noFill/>
          </p:spPr>
          <p:txBody>
            <a:bodyPr wrap="square" lIns="0" rIns="0" rtlCol="0">
              <a:spAutoFit/>
            </a:bodyPr>
            <a:lstStyle/>
            <a:p>
              <a:r>
                <a:rPr lang="en-US" sz="600">
                  <a:latin typeface="+mj-lt"/>
                </a:rPr>
                <a:t>Emerald</a:t>
              </a:r>
              <a:endParaRPr lang="en-US" sz="600">
                <a:solidFill>
                  <a:schemeClr val="tx1"/>
                </a:solidFill>
                <a:latin typeface="+mj-lt"/>
              </a:endParaRPr>
            </a:p>
          </p:txBody>
        </p:sp>
        <p:grpSp>
          <p:nvGrpSpPr>
            <p:cNvPr id="140" name="Group 139">
              <a:extLst>
                <a:ext uri="{FF2B5EF4-FFF2-40B4-BE49-F238E27FC236}">
                  <a16:creationId xmlns:a16="http://schemas.microsoft.com/office/drawing/2014/main" id="{4FEE050B-86F4-9EDD-08D3-38751AEE6DF2}"/>
                </a:ext>
              </a:extLst>
            </p:cNvPr>
            <p:cNvGrpSpPr/>
            <p:nvPr userDrawn="1"/>
          </p:nvGrpSpPr>
          <p:grpSpPr>
            <a:xfrm>
              <a:off x="12308083" y="3097878"/>
              <a:ext cx="851744" cy="187184"/>
              <a:chOff x="12308083" y="3083609"/>
              <a:chExt cx="851744" cy="187184"/>
            </a:xfrm>
          </p:grpSpPr>
          <p:sp>
            <p:nvSpPr>
              <p:cNvPr id="18" name="Rectangle 17">
                <a:extLst>
                  <a:ext uri="{FF2B5EF4-FFF2-40B4-BE49-F238E27FC236}">
                    <a16:creationId xmlns:a16="http://schemas.microsoft.com/office/drawing/2014/main" id="{60D001CB-AF8A-510D-F4E9-A6191A4A78C5}"/>
                  </a:ext>
                </a:extLst>
              </p:cNvPr>
              <p:cNvSpPr/>
              <p:nvPr userDrawn="1"/>
            </p:nvSpPr>
            <p:spPr bwMode="gray">
              <a:xfrm>
                <a:off x="12308083" y="3083609"/>
                <a:ext cx="187184" cy="187184"/>
              </a:xfrm>
              <a:prstGeom prst="rect">
                <a:avLst/>
              </a:prstGeom>
              <a:solidFill>
                <a:srgbClr val="83006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19" name="Rectangle 18">
                <a:extLst>
                  <a:ext uri="{FF2B5EF4-FFF2-40B4-BE49-F238E27FC236}">
                    <a16:creationId xmlns:a16="http://schemas.microsoft.com/office/drawing/2014/main" id="{ED5362CE-1EF2-DC8F-37D5-6E294F2C5F7B}"/>
                  </a:ext>
                </a:extLst>
              </p:cNvPr>
              <p:cNvSpPr/>
              <p:nvPr userDrawn="1"/>
            </p:nvSpPr>
            <p:spPr bwMode="gray">
              <a:xfrm>
                <a:off x="12529603" y="3083609"/>
                <a:ext cx="187184" cy="187184"/>
              </a:xfrm>
              <a:prstGeom prst="rect">
                <a:avLst/>
              </a:prstGeom>
              <a:solidFill>
                <a:srgbClr val="C17F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0" name="Rectangle 19">
                <a:extLst>
                  <a:ext uri="{FF2B5EF4-FFF2-40B4-BE49-F238E27FC236}">
                    <a16:creationId xmlns:a16="http://schemas.microsoft.com/office/drawing/2014/main" id="{9DE12495-5861-0BBD-F5F7-B7ED59C0424F}"/>
                  </a:ext>
                </a:extLst>
              </p:cNvPr>
              <p:cNvSpPr/>
              <p:nvPr userDrawn="1"/>
            </p:nvSpPr>
            <p:spPr bwMode="gray">
              <a:xfrm>
                <a:off x="12751123" y="3083609"/>
                <a:ext cx="187184" cy="187184"/>
              </a:xfrm>
              <a:prstGeom prst="rect">
                <a:avLst/>
              </a:prstGeom>
              <a:solidFill>
                <a:srgbClr val="A24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1" name="Rectangle 20">
                <a:extLst>
                  <a:ext uri="{FF2B5EF4-FFF2-40B4-BE49-F238E27FC236}">
                    <a16:creationId xmlns:a16="http://schemas.microsoft.com/office/drawing/2014/main" id="{5B3A3D63-78D8-0C24-20F2-047870D04711}"/>
                  </a:ext>
                </a:extLst>
              </p:cNvPr>
              <p:cNvSpPr/>
              <p:nvPr userDrawn="1"/>
            </p:nvSpPr>
            <p:spPr bwMode="gray">
              <a:xfrm>
                <a:off x="12972643" y="3083609"/>
                <a:ext cx="187184" cy="187184"/>
              </a:xfrm>
              <a:prstGeom prst="rect">
                <a:avLst/>
              </a:prstGeom>
              <a:solidFill>
                <a:srgbClr val="E0BF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grpSp>
          <p:nvGrpSpPr>
            <p:cNvPr id="139" name="Group 138">
              <a:extLst>
                <a:ext uri="{FF2B5EF4-FFF2-40B4-BE49-F238E27FC236}">
                  <a16:creationId xmlns:a16="http://schemas.microsoft.com/office/drawing/2014/main" id="{3528DAC4-D111-4C1B-5FDB-C04C7AC728C5}"/>
                </a:ext>
              </a:extLst>
            </p:cNvPr>
            <p:cNvGrpSpPr/>
            <p:nvPr userDrawn="1"/>
          </p:nvGrpSpPr>
          <p:grpSpPr>
            <a:xfrm>
              <a:off x="12308083" y="2872314"/>
              <a:ext cx="851744" cy="187184"/>
              <a:chOff x="12308083" y="2872314"/>
              <a:chExt cx="851744" cy="187184"/>
            </a:xfrm>
          </p:grpSpPr>
          <p:sp>
            <p:nvSpPr>
              <p:cNvPr id="24" name="Rectangle 23">
                <a:extLst>
                  <a:ext uri="{FF2B5EF4-FFF2-40B4-BE49-F238E27FC236}">
                    <a16:creationId xmlns:a16="http://schemas.microsoft.com/office/drawing/2014/main" id="{F0BE49B6-BFF2-0D68-3894-BBC0F185ED5A}"/>
                  </a:ext>
                </a:extLst>
              </p:cNvPr>
              <p:cNvSpPr/>
              <p:nvPr userDrawn="1"/>
            </p:nvSpPr>
            <p:spPr bwMode="gray">
              <a:xfrm>
                <a:off x="12308083" y="2872314"/>
                <a:ext cx="187184" cy="187184"/>
              </a:xfrm>
              <a:prstGeom prst="rect">
                <a:avLst/>
              </a:prstGeom>
              <a:solidFill>
                <a:srgbClr val="C627A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5" name="Rectangle 24">
                <a:extLst>
                  <a:ext uri="{FF2B5EF4-FFF2-40B4-BE49-F238E27FC236}">
                    <a16:creationId xmlns:a16="http://schemas.microsoft.com/office/drawing/2014/main" id="{1BC1A38E-3746-C101-25BC-4DC2F2CC7D8B}"/>
                  </a:ext>
                </a:extLst>
              </p:cNvPr>
              <p:cNvSpPr/>
              <p:nvPr userDrawn="1"/>
            </p:nvSpPr>
            <p:spPr bwMode="gray">
              <a:xfrm>
                <a:off x="12529603" y="2872314"/>
                <a:ext cx="187184" cy="187184"/>
              </a:xfrm>
              <a:prstGeom prst="rect">
                <a:avLst/>
              </a:prstGeom>
              <a:solidFill>
                <a:srgbClr val="E99EC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6" name="Rectangle 25">
                <a:extLst>
                  <a:ext uri="{FF2B5EF4-FFF2-40B4-BE49-F238E27FC236}">
                    <a16:creationId xmlns:a16="http://schemas.microsoft.com/office/drawing/2014/main" id="{60FB8B51-204B-21C1-6B54-F2F524975BB5}"/>
                  </a:ext>
                </a:extLst>
              </p:cNvPr>
              <p:cNvSpPr/>
              <p:nvPr userDrawn="1"/>
            </p:nvSpPr>
            <p:spPr bwMode="gray">
              <a:xfrm>
                <a:off x="12751123" y="2872314"/>
                <a:ext cx="187184" cy="187184"/>
              </a:xfrm>
              <a:prstGeom prst="rect">
                <a:avLst/>
              </a:prstGeom>
              <a:solidFill>
                <a:srgbClr val="DB6C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sp>
            <p:nvSpPr>
              <p:cNvPr id="27" name="Rectangle 26">
                <a:extLst>
                  <a:ext uri="{FF2B5EF4-FFF2-40B4-BE49-F238E27FC236}">
                    <a16:creationId xmlns:a16="http://schemas.microsoft.com/office/drawing/2014/main" id="{583A1F5D-8321-3B99-3AB1-9D7F6C5C3CE7}"/>
                  </a:ext>
                </a:extLst>
              </p:cNvPr>
              <p:cNvSpPr/>
              <p:nvPr userDrawn="1"/>
            </p:nvSpPr>
            <p:spPr bwMode="gray">
              <a:xfrm>
                <a:off x="12972643" y="2872314"/>
                <a:ext cx="187184" cy="187184"/>
              </a:xfrm>
              <a:prstGeom prst="rect">
                <a:avLst/>
              </a:prstGeom>
              <a:solidFill>
                <a:srgbClr val="F5CEE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dirty="0"/>
              </a:p>
            </p:txBody>
          </p:sp>
        </p:grpSp>
        <p:sp>
          <p:nvSpPr>
            <p:cNvPr id="134" name="Rectangle 133">
              <a:extLst>
                <a:ext uri="{FF2B5EF4-FFF2-40B4-BE49-F238E27FC236}">
                  <a16:creationId xmlns:a16="http://schemas.microsoft.com/office/drawing/2014/main" id="{CB808209-9C0A-DED4-F99D-563E57934075}"/>
                </a:ext>
              </a:extLst>
            </p:cNvPr>
            <p:cNvSpPr/>
            <p:nvPr userDrawn="1"/>
          </p:nvSpPr>
          <p:spPr bwMode="gray">
            <a:xfrm>
              <a:off x="12308083" y="3549006"/>
              <a:ext cx="187184" cy="187184"/>
            </a:xfrm>
            <a:prstGeom prst="rect">
              <a:avLst/>
            </a:prstGeom>
            <a:solidFill>
              <a:srgbClr val="F4F4F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5" name="TextBox 134">
              <a:extLst>
                <a:ext uri="{FF2B5EF4-FFF2-40B4-BE49-F238E27FC236}">
                  <a16:creationId xmlns:a16="http://schemas.microsoft.com/office/drawing/2014/main" id="{428AFC82-17B1-F422-B038-FD32BCA7612D}"/>
                </a:ext>
              </a:extLst>
            </p:cNvPr>
            <p:cNvSpPr txBox="1"/>
            <p:nvPr userDrawn="1"/>
          </p:nvSpPr>
          <p:spPr>
            <a:xfrm>
              <a:off x="12529603" y="3550265"/>
              <a:ext cx="630223" cy="184666"/>
            </a:xfrm>
            <a:prstGeom prst="rect">
              <a:avLst/>
            </a:prstGeom>
            <a:noFill/>
          </p:spPr>
          <p:txBody>
            <a:bodyPr wrap="square" lIns="0" rIns="0" rtlCol="0">
              <a:spAutoFit/>
            </a:bodyPr>
            <a:lstStyle/>
            <a:p>
              <a:r>
                <a:rPr lang="en-US" sz="600" dirty="0">
                  <a:latin typeface="+mj-lt"/>
                </a:rPr>
                <a:t>5% Charcoal</a:t>
              </a:r>
              <a:endParaRPr lang="en-US" sz="600" dirty="0">
                <a:solidFill>
                  <a:schemeClr val="tx1"/>
                </a:solidFill>
                <a:latin typeface="+mj-lt"/>
              </a:endParaRPr>
            </a:p>
          </p:txBody>
        </p:sp>
        <p:sp>
          <p:nvSpPr>
            <p:cNvPr id="136" name="Rectangle 135">
              <a:extLst>
                <a:ext uri="{FF2B5EF4-FFF2-40B4-BE49-F238E27FC236}">
                  <a16:creationId xmlns:a16="http://schemas.microsoft.com/office/drawing/2014/main" id="{E58C9DF5-996C-1AE8-94E2-51D752085FF3}"/>
                </a:ext>
              </a:extLst>
            </p:cNvPr>
            <p:cNvSpPr/>
            <p:nvPr userDrawn="1"/>
          </p:nvSpPr>
          <p:spPr bwMode="gray">
            <a:xfrm>
              <a:off x="12308083" y="3323442"/>
              <a:ext cx="187184" cy="187184"/>
            </a:xfrm>
            <a:prstGeom prst="rect">
              <a:avLst/>
            </a:prstGeom>
            <a:solidFill>
              <a:srgbClr val="DA291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00">
                <a:latin typeface="+mj-lt"/>
              </a:endParaRPr>
            </a:p>
          </p:txBody>
        </p:sp>
        <p:sp>
          <p:nvSpPr>
            <p:cNvPr id="137" name="TextBox 136">
              <a:extLst>
                <a:ext uri="{FF2B5EF4-FFF2-40B4-BE49-F238E27FC236}">
                  <a16:creationId xmlns:a16="http://schemas.microsoft.com/office/drawing/2014/main" id="{F476FE1F-1A3D-9826-393D-2735CFF58996}"/>
                </a:ext>
              </a:extLst>
            </p:cNvPr>
            <p:cNvSpPr txBox="1"/>
            <p:nvPr userDrawn="1"/>
          </p:nvSpPr>
          <p:spPr>
            <a:xfrm>
              <a:off x="12529603" y="3324701"/>
              <a:ext cx="630223" cy="184666"/>
            </a:xfrm>
            <a:prstGeom prst="rect">
              <a:avLst/>
            </a:prstGeom>
            <a:noFill/>
          </p:spPr>
          <p:txBody>
            <a:bodyPr wrap="square" lIns="0" rIns="0" rtlCol="0">
              <a:spAutoFit/>
            </a:bodyPr>
            <a:lstStyle/>
            <a:p>
              <a:r>
                <a:rPr lang="en-US" sz="600" dirty="0">
                  <a:solidFill>
                    <a:schemeClr val="tx1"/>
                  </a:solidFill>
                  <a:latin typeface="+mj-lt"/>
                </a:rPr>
                <a:t>Red</a:t>
              </a:r>
            </a:p>
          </p:txBody>
        </p:sp>
      </p:grpSp>
    </p:spTree>
    <p:extLst>
      <p:ext uri="{BB962C8B-B14F-4D97-AF65-F5344CB8AC3E}">
        <p14:creationId xmlns:p14="http://schemas.microsoft.com/office/powerpoint/2010/main" val="1987436075"/>
      </p:ext>
    </p:extLst>
  </p:cSld>
  <p:clrMap bg1="lt1" tx1="dk1" bg2="lt2" tx2="dk2" accent1="accent1" accent2="accent2" accent3="accent3" accent4="accent4" accent5="accent5" accent6="accent6" hlink="hlink" folHlink="folHlink"/>
  <p:sldLayoutIdLst>
    <p:sldLayoutId id="2147484315" r:id="rId1"/>
    <p:sldLayoutId id="2147484316" r:id="rId2"/>
    <p:sldLayoutId id="2147484317" r:id="rId3"/>
    <p:sldLayoutId id="2147484318" r:id="rId4"/>
    <p:sldLayoutId id="2147484320" r:id="rId5"/>
    <p:sldLayoutId id="2147484321" r:id="rId6"/>
    <p:sldLayoutId id="2147484323" r:id="rId7"/>
    <p:sldLayoutId id="2147484324" r:id="rId8"/>
    <p:sldLayoutId id="2147484325" r:id="rId9"/>
    <p:sldLayoutId id="2147484291" r:id="rId10"/>
    <p:sldLayoutId id="2147484240" r:id="rId11"/>
    <p:sldLayoutId id="2147484241" r:id="rId12"/>
    <p:sldLayoutId id="2147484242" r:id="rId13"/>
    <p:sldLayoutId id="2147484243" r:id="rId14"/>
    <p:sldLayoutId id="2147484244" r:id="rId15"/>
    <p:sldLayoutId id="2147484245" r:id="rId16"/>
    <p:sldLayoutId id="2147484246" r:id="rId17"/>
    <p:sldLayoutId id="2147484247" r:id="rId18"/>
    <p:sldLayoutId id="2147484248" r:id="rId19"/>
    <p:sldLayoutId id="2147484249" r:id="rId20"/>
    <p:sldLayoutId id="2147484250" r:id="rId21"/>
    <p:sldLayoutId id="2147484345" r:id="rId22"/>
    <p:sldLayoutId id="2147484348" r:id="rId23"/>
    <p:sldLayoutId id="2147484350" r:id="rId24"/>
    <p:sldLayoutId id="2147484353" r:id="rId25"/>
    <p:sldLayoutId id="2147484294" r:id="rId26"/>
    <p:sldLayoutId id="2147484295" r:id="rId27"/>
    <p:sldLayoutId id="2147484300" r:id="rId28"/>
    <p:sldLayoutId id="2147484299" r:id="rId29"/>
    <p:sldLayoutId id="2147484304" r:id="rId30"/>
    <p:sldLayoutId id="2147484309" r:id="rId31"/>
    <p:sldLayoutId id="2147484313" r:id="rId32"/>
    <p:sldLayoutId id="2147484314" r:id="rId33"/>
    <p:sldLayoutId id="2147484339" r:id="rId34"/>
    <p:sldLayoutId id="2147484340" r:id="rId3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hyperlink" Target="https://vimeo.com/1211116806/987aa02555"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3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39.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4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image" Target="../media/image43.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5.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6.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7.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image" Target="../media/image48.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image" Target="../media/image49.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6" sz="quarter"/>
          </p:nvPr>
        </p:nvPicPr>
        <p:blipFill>
          <a:blip r:embed="rId2"/>
          <a:srcRect l="355" r="355"/>
          <a:stretch>
            <a:fillRect/>
          </a:stretch>
        </p:blipFill>
        <p:spPr/>
      </p:pic>
      <p:sp>
        <p:nvSpPr>
          <p:cNvPr id="3" name="Text Placeholder 2"/>
          <p:cNvSpPr>
            <a:spLocks noGrp="1"/>
          </p:cNvSpPr>
          <p:nvPr>
            <p:ph type="body" idx="11" sz="quarter"/>
          </p:nvPr>
        </p:nvSpPr>
        <p:spPr/>
        <p:txBody>
          <a:bodyPr/>
          <a:lstStyle/>
          <a:p>
            <a:r>
              <a:t>In the next 60 minutes you will know your buyers, own your pitch, and leave with a plan to follow up every conversation with confidence.</a:t>
            </a:r>
          </a:p>
        </p:txBody>
      </p:sp>
      <p:sp>
        <p:nvSpPr>
          <p:cNvPr id="4" name="Title 3"/>
          <p:cNvSpPr>
            <a:spLocks noGrp="1"/>
          </p:cNvSpPr>
          <p:nvPr>
            <p:ph type="ctrTitle"/>
          </p:nvPr>
        </p:nvSpPr>
        <p:spPr/>
        <p:txBody>
          <a:bodyPr/>
          <a:lstStyle/>
          <a:p>
            <a:r>
              <a:t>Are You Ready to Walk Into TechIQ and Win?</a:t>
            </a:r>
          </a:p>
        </p:txBody>
      </p:sp>
      <p:sp>
        <p:nvSpPr>
          <p:cNvPr id="5" name="Subtitle 4"/>
          <p:cNvSpPr>
            <a:spLocks noGrp="1"/>
          </p:cNvSpPr>
          <p:nvPr>
            <p:ph type="subTitle" idx="1"/>
          </p:nvPr>
        </p:nvSpPr>
        <p:spPr/>
        <p:txBody>
          <a:bodyPr/>
          <a:lstStyle/>
          <a:p>
            <a:r>
              <a:t>TechIQ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Pr>
              <a:spcAft>
                <a:spcPts val="1400"/>
              </a:spcAft>
            </a:pPr>
            <a:r>
              <a:rPr sz="2000"/>
              <a:t>Recognize the four buyer personas instantly</a:t>
            </a:r>
          </a:p>
          <a:p>
            <a:pPr>
              <a:spcAft>
                <a:spcPts val="1400"/>
              </a:spcAft>
            </a:pPr>
            <a:r>
              <a:rPr sz="2000"/>
              <a:t>Deliver a sharp CTFS pitch — short, medium, or long version</a:t>
            </a:r>
          </a:p>
          <a:p>
            <a:pPr>
              <a:spcAft>
                <a:spcPts val="1400"/>
              </a:spcAft>
            </a:pPr>
            <a:r>
              <a:rPr sz="2000"/>
              <a:t>Go deep on the brand-new Contracting module</a:t>
            </a:r>
          </a:p>
          <a:p>
            <a:pPr>
              <a:spcAft>
                <a:spcPts val="1400"/>
              </a:spcAft>
            </a:pPr>
            <a:r>
              <a:rPr sz="2000"/>
              <a:t>Handle objections without flinching</a:t>
            </a:r>
          </a:p>
          <a:p>
            <a:pPr>
              <a:spcAft>
                <a:spcPts val="1400"/>
              </a:spcAft>
            </a:pPr>
            <a:r>
              <a:rPr sz="2000"/>
              <a:t>Leave TechIQ with a 30-day follow-up plan in hand</a:t>
            </a:r>
          </a:p>
        </p:txBody>
      </p:sp>
      <p:sp>
        <p:nvSpPr>
          <p:cNvPr id="3" name="Title 2"/>
          <p:cNvSpPr>
            <a:spLocks noGrp="1"/>
          </p:cNvSpPr>
          <p:nvPr>
            <p:ph type="title"/>
          </p:nvPr>
        </p:nvSpPr>
        <p:spPr/>
        <p:txBody>
          <a:bodyPr/>
          <a:lstStyle/>
          <a:p>
            <a:r>
              <a:t>What You Will Walk Away With</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First — Watch the CTFS Overview</a:t>
            </a:r>
          </a:p>
          <a:p>
            <a:r>
              <a:rPr sz="1400" b="0"/>
              <a:t>Before we dive in, take two minutes to see the platform in action. This frames everything we cover in the next hour.
Watch: </a:t>
            </a:r>
            <a:r>
              <a:rPr sz="1400" b="0">
                <a:hlinkClick r:id="rId2"/>
              </a:rPr>
              <a:t>CTFS OVERVIEW</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1</a:t>
            </a:r>
          </a:p>
        </p:txBody>
      </p:sp>
      <p:sp>
        <p:nvSpPr>
          <p:cNvPr id="4" name="Title 3"/>
          <p:cNvSpPr>
            <a:spLocks noGrp="1"/>
          </p:cNvSpPr>
          <p:nvPr>
            <p:ph type="title"/>
          </p:nvPr>
        </p:nvSpPr>
        <p:spPr/>
        <p:txBody>
          <a:bodyPr/>
          <a:lstStyle/>
          <a:p>
            <a:r>
              <a:t>Know Your Buyer</a:t>
            </a:r>
          </a:p>
          <a:p>
            <a:r>
              <a:rPr sz="1400" b="0"/>
              <a:t>Clinical trial financial pain is shared across the organization — but every stakeholder feels it differently. Speak to the right pain and you have their attention. Miss it and you are just another vendor.</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Andres — Digital Transformation Leader</a:t>
            </a:r>
          </a:p>
          <a:p>
            <a:pPr>
              <a:spcAft>
                <a:spcPts val="1400"/>
              </a:spcAft>
            </a:pPr>
            <a:r>
              <a:rPr sz="1400" b="0"/>
              <a:t>wants AI ROI that goes beyond pilots and actually scales</a:t>
            </a:r>
          </a:p>
          <a:p>
            <a:pPr>
              <a:spcAft>
                <a:spcPts val="200"/>
              </a:spcAft>
            </a:pPr>
            <a:r>
              <a:rPr sz="1600" b="1"/>
              <a:t>Rachel — Site ClinOps Director</a:t>
            </a:r>
          </a:p>
          <a:p>
            <a:pPr>
              <a:spcAft>
                <a:spcPts val="1400"/>
              </a:spcAft>
            </a:pPr>
            <a:r>
              <a:rPr sz="1400" b="0"/>
              <a:t>wants predictable cash flow and fewer payment disputes</a:t>
            </a:r>
          </a:p>
        </p:txBody>
      </p:sp>
      <p:sp>
        <p:nvSpPr>
          <p:cNvPr id="3" name="Content Placeholder 2"/>
          <p:cNvSpPr>
            <a:spLocks noGrp="1"/>
          </p:cNvSpPr>
          <p:nvPr>
            <p:ph idx="18"/>
          </p:nvPr>
        </p:nvSpPr>
        <p:spPr/>
        <p:txBody>
          <a:bodyPr/>
          <a:lstStyle/>
          <a:p>
            <a:pPr>
              <a:spcAft>
                <a:spcPts val="200"/>
              </a:spcAft>
            </a:pPr>
            <a:r>
              <a:rPr sz="1600" b="1"/>
              <a:t>Gilbert — Clinical Operations Director</a:t>
            </a:r>
          </a:p>
          <a:p>
            <a:pPr>
              <a:spcAft>
                <a:spcPts val="1400"/>
              </a:spcAft>
            </a:pPr>
            <a:r>
              <a:rPr sz="1400" b="0"/>
              <a:t>wants speed, site satisfaction, and fewer manual processes</a:t>
            </a:r>
          </a:p>
          <a:p>
            <a:pPr>
              <a:spcAft>
                <a:spcPts val="200"/>
              </a:spcAft>
            </a:pPr>
            <a:r>
              <a:rPr sz="1600" b="1"/>
              <a:t>Reena — VP IT Clinical</a:t>
            </a:r>
          </a:p>
          <a:p>
            <a:pPr>
              <a:spcAft>
                <a:spcPts val="1400"/>
              </a:spcAft>
            </a:pPr>
            <a:r>
              <a:rPr sz="1400" b="0"/>
              <a:t>wants secure integration, audit-ready governance, no new tech debt</a:t>
            </a:r>
          </a:p>
        </p:txBody>
      </p:sp>
      <p:sp>
        <p:nvSpPr>
          <p:cNvPr id="5" name="Title 4"/>
          <p:cNvSpPr>
            <a:spLocks noGrp="1"/>
          </p:cNvSpPr>
          <p:nvPr>
            <p:ph type="title"/>
          </p:nvPr>
        </p:nvSpPr>
        <p:spPr/>
        <p:txBody>
          <a:bodyPr/>
          <a:lstStyle/>
          <a:p>
            <a:r>
              <a:t>The Four Personas You Will Meet at TechIQ</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Andres</a:t>
            </a:r>
          </a:p>
          <a:p>
            <a:pPr>
              <a:spcAft>
                <a:spcPts val="1400"/>
              </a:spcAft>
            </a:pPr>
            <a:r>
              <a:rPr sz="1400" b="0"/>
              <a:t>Where is the proof that AI does more than sit in a sandbox?</a:t>
            </a:r>
          </a:p>
          <a:p>
            <a:pPr>
              <a:spcAft>
                <a:spcPts val="200"/>
              </a:spcAft>
            </a:pPr>
            <a:r>
              <a:rPr sz="1600" b="1"/>
              <a:t>Rachel</a:t>
            </a:r>
          </a:p>
          <a:p>
            <a:pPr>
              <a:spcAft>
                <a:spcPts val="1400"/>
              </a:spcAft>
            </a:pPr>
            <a:r>
              <a:rPr sz="1400" b="0"/>
              <a:t>When will I stop chasing sponsors for payment updates?</a:t>
            </a:r>
          </a:p>
        </p:txBody>
      </p:sp>
      <p:sp>
        <p:nvSpPr>
          <p:cNvPr id="3" name="Content Placeholder 2"/>
          <p:cNvSpPr>
            <a:spLocks noGrp="1"/>
          </p:cNvSpPr>
          <p:nvPr>
            <p:ph idx="18"/>
          </p:nvPr>
        </p:nvSpPr>
        <p:spPr/>
        <p:txBody>
          <a:bodyPr/>
          <a:lstStyle/>
          <a:p>
            <a:pPr>
              <a:spcAft>
                <a:spcPts val="200"/>
              </a:spcAft>
            </a:pPr>
            <a:r>
              <a:rPr sz="1600" b="1"/>
              <a:t>Gilbert</a:t>
            </a:r>
          </a:p>
          <a:p>
            <a:pPr>
              <a:spcAft>
                <a:spcPts val="1400"/>
              </a:spcAft>
            </a:pPr>
            <a:r>
              <a:rPr sz="1400" b="0"/>
              <a:t>Why are my sites frustrated and how do I fix payment cycle times?</a:t>
            </a:r>
          </a:p>
          <a:p>
            <a:pPr>
              <a:spcAft>
                <a:spcPts val="200"/>
              </a:spcAft>
            </a:pPr>
            <a:r>
              <a:rPr sz="1600" b="1"/>
              <a:t>Reena</a:t>
            </a:r>
          </a:p>
          <a:p>
            <a:pPr>
              <a:spcAft>
                <a:spcPts val="1400"/>
              </a:spcAft>
            </a:pPr>
            <a:r>
              <a:rPr sz="1400" b="0"/>
              <a:t>How do I modernize without breaking compliance or creating new integration nightmares?</a:t>
            </a:r>
          </a:p>
        </p:txBody>
      </p:sp>
      <p:sp>
        <p:nvSpPr>
          <p:cNvPr id="5" name="Title 4"/>
          <p:cNvSpPr>
            <a:spLocks noGrp="1"/>
          </p:cNvSpPr>
          <p:nvPr>
            <p:ph type="title"/>
          </p:nvPr>
        </p:nvSpPr>
        <p:spPr/>
        <p:txBody>
          <a:bodyPr/>
          <a:lstStyle/>
          <a:p>
            <a:r>
              <a:t>What Each Stakeholder Is Really Asking</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7"/>
          </p:nvPr>
        </p:nvSpPr>
        <p:spPr/>
        <p:txBody>
          <a:bodyPr/>
          <a:lstStyle/>
          <a:p>
            <a:pPr>
              <a:spcAft>
                <a:spcPts val="200"/>
              </a:spcAft>
            </a:pPr>
            <a:r>
              <a:rPr sz="2000" b="1"/>
              <a:t>For Gilbert</a:t>
            </a:r>
          </a:p>
          <a:p>
            <a:pPr>
              <a:spcAft>
                <a:spcPts val="1600"/>
              </a:spcAft>
            </a:pPr>
            <a:r>
              <a:rPr sz="1400" b="0"/>
              <a:t>How are payment delays affecting your site relationships right now?</a:t>
            </a:r>
          </a:p>
          <a:p>
            <a:pPr>
              <a:spcAft>
                <a:spcPts val="200"/>
              </a:spcAft>
            </a:pPr>
            <a:r>
              <a:rPr sz="2000" b="1"/>
              <a:t>For Reena</a:t>
            </a:r>
          </a:p>
          <a:p>
            <a:pPr>
              <a:spcAft>
                <a:spcPts val="1600"/>
              </a:spcAft>
            </a:pPr>
            <a:r>
              <a:rPr sz="1400" b="0"/>
              <a:t>What keeps you up at night from a compliance risk standpoint?</a:t>
            </a:r>
          </a:p>
          <a:p>
            <a:pPr>
              <a:spcAft>
                <a:spcPts val="200"/>
              </a:spcAft>
            </a:pPr>
            <a:r>
              <a:rPr sz="2000" b="1"/>
              <a:t>For Andres</a:t>
            </a:r>
          </a:p>
          <a:p>
            <a:pPr>
              <a:spcAft>
                <a:spcPts val="1600"/>
              </a:spcAft>
            </a:pPr>
            <a:r>
              <a:rPr sz="1400" b="0"/>
              <a:t>Where are your current AI investments stalling before they reach production?</a:t>
            </a:r>
          </a:p>
        </p:txBody>
      </p:sp>
      <p:sp>
        <p:nvSpPr>
          <p:cNvPr id="3" name="Text Placeholder 2"/>
          <p:cNvSpPr>
            <a:spLocks noGrp="1"/>
          </p:cNvSpPr>
          <p:nvPr>
            <p:ph type="body" idx="15" sz="quarter"/>
          </p:nvPr>
        </p:nvSpPr>
        <p:spPr/>
        <p:txBody>
          <a:bodyPr/>
          <a:lstStyle/>
          <a:p>
            <a:r>
              <a:t>Lead with their world — not your product.</a:t>
            </a:r>
          </a:p>
        </p:txBody>
      </p:sp>
      <p:sp>
        <p:nvSpPr>
          <p:cNvPr id="5" name="Title 4"/>
          <p:cNvSpPr>
            <a:spLocks noGrp="1"/>
          </p:cNvSpPr>
          <p:nvPr>
            <p:ph type="title"/>
          </p:nvPr>
        </p:nvSpPr>
        <p:spPr/>
        <p:txBody>
          <a:bodyPr/>
          <a:lstStyle/>
          <a:p>
            <a:r>
              <a:t>The Discovery Questions That Open Doors</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Persona Drill — Practice Live</a:t>
            </a:r>
          </a:p>
          <a:p>
            <a:r>
              <a:rPr sz="1400" b="0"/>
              <a:t>You know the four personas. Now put it to work. Tell your instructor which persona you are facing and describe a quick scenario, then ask your instructor to play that stakeholder and coach your discovery questions in a live voice role-play.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2</a:t>
            </a:r>
          </a:p>
        </p:txBody>
      </p:sp>
      <p:sp>
        <p:nvSpPr>
          <p:cNvPr id="4" name="Title 3"/>
          <p:cNvSpPr>
            <a:spLocks noGrp="1"/>
          </p:cNvSpPr>
          <p:nvPr>
            <p:ph type="title"/>
          </p:nvPr>
        </p:nvSpPr>
        <p:spPr/>
        <p:txBody>
          <a:bodyPr/>
          <a:lstStyle/>
          <a:p>
            <a:r>
              <a:t>The CTFS Value Proposition</a:t>
            </a:r>
          </a:p>
          <a:p>
            <a:r>
              <a:rPr sz="1400" b="0"/>
              <a:t>The problem in one sentence: clinical trial financial management is still largely manual, siloed, and disconnected — and that fragmentation costs sponsors up to $55,000 per day in late-stage trials.
CTFS is the only platform that fixes the whole problem in one place.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GrantPlan</a:t>
            </a:r>
          </a:p>
          <a:p>
            <a:pPr>
              <a:spcAft>
                <a:spcPts val="1400"/>
              </a:spcAft>
            </a:pPr>
            <a:r>
              <a:rPr sz="1400" b="0"/>
              <a:t>accurate investigator budgets using 38 million negotiated data points</a:t>
            </a:r>
          </a:p>
          <a:p>
            <a:pPr>
              <a:spcAft>
                <a:spcPts val="200"/>
              </a:spcAft>
            </a:pPr>
            <a:r>
              <a:rPr sz="1600" b="1"/>
              <a:t>Contracting</a:t>
            </a:r>
          </a:p>
          <a:p>
            <a:pPr>
              <a:spcAft>
                <a:spcPts val="1400"/>
              </a:spcAft>
            </a:pPr>
            <a:r>
              <a:rPr sz="1400" b="0"/>
              <a:t>AI-driven CTA authoring and amendment workflows</a:t>
            </a:r>
          </a:p>
        </p:txBody>
      </p:sp>
      <p:sp>
        <p:nvSpPr>
          <p:cNvPr id="3" name="Content Placeholder 2"/>
          <p:cNvSpPr>
            <a:spLocks noGrp="1"/>
          </p:cNvSpPr>
          <p:nvPr>
            <p:ph idx="20"/>
          </p:nvPr>
        </p:nvSpPr>
        <p:spPr/>
        <p:txBody>
          <a:bodyPr/>
          <a:lstStyle/>
          <a:p>
            <a:pPr>
              <a:spcAft>
                <a:spcPts val="200"/>
              </a:spcAft>
            </a:pPr>
            <a:r>
              <a:rPr sz="1600" b="1"/>
              <a:t>Participant Payments</a:t>
            </a:r>
          </a:p>
          <a:p>
            <a:pPr>
              <a:spcAft>
                <a:spcPts val="1400"/>
              </a:spcAft>
            </a:pPr>
            <a:r>
              <a:rPr sz="1400" b="0"/>
              <a:t>full-service global participant stipends and reimbursements</a:t>
            </a:r>
          </a:p>
        </p:txBody>
      </p:sp>
      <p:sp>
        <p:nvSpPr>
          <p:cNvPr id="4" name="Content Placeholder 3"/>
          <p:cNvSpPr>
            <a:spLocks noGrp="1"/>
          </p:cNvSpPr>
          <p:nvPr>
            <p:ph idx="21"/>
          </p:nvPr>
        </p:nvSpPr>
        <p:spPr/>
        <p:txBody>
          <a:bodyPr/>
          <a:lstStyle/>
          <a:p>
            <a:pPr>
              <a:spcAft>
                <a:spcPts val="200"/>
              </a:spcAft>
            </a:pPr>
            <a:r>
              <a:rPr sz="1600" b="1"/>
              <a:t>Forecasting</a:t>
            </a:r>
          </a:p>
          <a:p>
            <a:pPr>
              <a:spcAft>
                <a:spcPts val="1400"/>
              </a:spcAft>
            </a:pPr>
            <a:r>
              <a:rPr sz="1400" b="0"/>
              <a:t>adaptive, AI-informed payment prediction</a:t>
            </a:r>
          </a:p>
          <a:p>
            <a:pPr>
              <a:spcAft>
                <a:spcPts val="200"/>
              </a:spcAft>
            </a:pPr>
            <a:r>
              <a:rPr sz="1600" b="1"/>
              <a:t>Site Payments</a:t>
            </a:r>
          </a:p>
          <a:p>
            <a:pPr>
              <a:spcAft>
                <a:spcPts val="1400"/>
              </a:spcAft>
            </a:pPr>
            <a:r>
              <a:rPr sz="1400" b="0"/>
              <a:t>automated, real-time payments with full site portal visibility</a:t>
            </a:r>
          </a:p>
        </p:txBody>
      </p:sp>
      <p:sp>
        <p:nvSpPr>
          <p:cNvPr id="6" name="Title 5"/>
          <p:cNvSpPr>
            <a:spLocks noGrp="1"/>
          </p:cNvSpPr>
          <p:nvPr>
            <p:ph type="title"/>
          </p:nvPr>
        </p:nvSpPr>
        <p:spPr/>
        <p:txBody>
          <a:bodyPr/>
          <a:lstStyle/>
          <a:p>
            <a:r>
              <a:t>Five Modules, One Financial Backbone</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Why Unification Is the Differentiator</a:t>
            </a:r>
          </a:p>
          <a:p>
            <a:r>
              <a:rPr sz="1400" b="0"/>
              <a:t>A budget agreed in GrantPlan informs the contract. The contract triggers payment milestones. Forecasting reflects real activity in real time.
No duplicate data entry. No reconciliation guesswork. No duct tape between point solutions.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marL="0" indent="0">
              <a:buNone/>
            </a:pPr>
            <a:r>
              <a:rPr sz="4000" b="1"/>
              <a:t>$15B</a:t>
            </a:r>
          </a:p>
          <a:p>
            <a:pPr marL="0" indent="0">
              <a:spcAft>
                <a:spcPts val="2400"/>
              </a:spcAft>
              <a:buNone/>
            </a:pPr>
            <a:r>
              <a:rPr sz="1400" b="0"/>
              <a:t>in payments processed</a:t>
            </a:r>
          </a:p>
          <a:p>
            <a:pPr marL="0" indent="0">
              <a:buNone/>
            </a:pPr>
            <a:r>
              <a:rPr sz="4000" b="1"/>
              <a:t>200+</a:t>
            </a:r>
          </a:p>
          <a:p>
            <a:pPr marL="0" indent="0">
              <a:spcAft>
                <a:spcPts val="2400"/>
              </a:spcAft>
              <a:buNone/>
            </a:pPr>
            <a:r>
              <a:rPr sz="1400" b="0"/>
              <a:t>geographies supported</a:t>
            </a:r>
          </a:p>
        </p:txBody>
      </p:sp>
      <p:sp>
        <p:nvSpPr>
          <p:cNvPr id="3" name="Content Placeholder 2"/>
          <p:cNvSpPr>
            <a:spLocks noGrp="1"/>
          </p:cNvSpPr>
          <p:nvPr>
            <p:ph idx="20"/>
          </p:nvPr>
        </p:nvSpPr>
        <p:spPr/>
        <p:txBody>
          <a:bodyPr/>
          <a:lstStyle/>
          <a:p>
            <a:pPr marL="0" indent="0">
              <a:buNone/>
            </a:pPr>
            <a:r>
              <a:rPr sz="4000" b="1"/>
              <a:t>$3M</a:t>
            </a:r>
          </a:p>
          <a:p>
            <a:pPr marL="0" indent="0">
              <a:spcAft>
                <a:spcPts val="2400"/>
              </a:spcAft>
              <a:buNone/>
            </a:pPr>
            <a:r>
              <a:rPr sz="1400" b="0"/>
              <a:t>projected annual savings for high-volume sponsors</a:t>
            </a:r>
          </a:p>
        </p:txBody>
      </p:sp>
      <p:sp>
        <p:nvSpPr>
          <p:cNvPr id="4" name="Content Placeholder 3"/>
          <p:cNvSpPr>
            <a:spLocks noGrp="1"/>
          </p:cNvSpPr>
          <p:nvPr>
            <p:ph idx="21"/>
          </p:nvPr>
        </p:nvSpPr>
        <p:spPr/>
        <p:txBody>
          <a:bodyPr/>
          <a:lstStyle/>
          <a:p>
            <a:pPr marL="0" indent="0">
              <a:buNone/>
            </a:pPr>
            <a:r>
              <a:rPr sz="4000" b="1"/>
              <a:t>90%</a:t>
            </a:r>
          </a:p>
          <a:p>
            <a:pPr marL="0" indent="0">
              <a:spcAft>
                <a:spcPts val="2400"/>
              </a:spcAft>
              <a:buNone/>
            </a:pPr>
            <a:r>
              <a:rPr sz="1400" b="0"/>
              <a:t>of top 20 pharma use IQVIA for clinical trial financial management</a:t>
            </a:r>
          </a:p>
          <a:p>
            <a:pPr marL="0" indent="0">
              <a:buNone/>
            </a:pPr>
            <a:r>
              <a:rPr sz="4000" b="1"/>
              <a:t>50%</a:t>
            </a:r>
          </a:p>
          <a:p>
            <a:pPr marL="0" indent="0">
              <a:spcAft>
                <a:spcPts val="2400"/>
              </a:spcAft>
              <a:buNone/>
            </a:pPr>
            <a:r>
              <a:rPr sz="1400" b="0"/>
              <a:t>projected reduction in financial processing time</a:t>
            </a:r>
          </a:p>
        </p:txBody>
      </p:sp>
      <p:sp>
        <p:nvSpPr>
          <p:cNvPr id="6" name="Title 5"/>
          <p:cNvSpPr>
            <a:spLocks noGrp="1"/>
          </p:cNvSpPr>
          <p:nvPr>
            <p:ph type="title"/>
          </p:nvPr>
        </p:nvSpPr>
        <p:spPr/>
        <p:txBody>
          <a:bodyPr/>
          <a:lstStyle/>
          <a:p>
            <a:r>
              <a:t>The Numbers That Anchor Your Pitch</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7"/>
          </p:nvPr>
        </p:nvSpPr>
        <p:spPr/>
        <p:txBody>
          <a:bodyPr/>
          <a:lstStyle/>
          <a:p>
            <a:pPr>
              <a:spcAft>
                <a:spcPts val="200"/>
              </a:spcAft>
            </a:pPr>
            <a:r>
              <a:rPr sz="2000" b="1"/>
              <a:t>Under 35 words</a:t>
            </a:r>
          </a:p>
          <a:p>
            <a:pPr>
              <a:spcAft>
                <a:spcPts val="1600"/>
              </a:spcAft>
            </a:pPr>
            <a:r>
              <a:rPr sz="1400" b="0"/>
              <a:t>for a hallway conversation</a:t>
            </a:r>
          </a:p>
          <a:p>
            <a:pPr>
              <a:spcAft>
                <a:spcPts val="200"/>
              </a:spcAft>
            </a:pPr>
            <a:r>
              <a:rPr sz="2000" b="1"/>
              <a:t>Under 75 words</a:t>
            </a:r>
          </a:p>
          <a:p>
            <a:pPr>
              <a:spcAft>
                <a:spcPts val="1600"/>
              </a:spcAft>
            </a:pPr>
            <a:r>
              <a:rPr sz="1400" b="0"/>
              <a:t>for a five-minute chat</a:t>
            </a:r>
          </a:p>
          <a:p>
            <a:pPr>
              <a:spcAft>
                <a:spcPts val="200"/>
              </a:spcAft>
            </a:pPr>
            <a:r>
              <a:rPr sz="2000" b="1"/>
              <a:t>Under 150 words</a:t>
            </a:r>
          </a:p>
          <a:p>
            <a:pPr>
              <a:spcAft>
                <a:spcPts val="1600"/>
              </a:spcAft>
            </a:pPr>
            <a:r>
              <a:rPr sz="1400" b="0"/>
              <a:t>for a formal meeting</a:t>
            </a:r>
          </a:p>
        </p:txBody>
      </p:sp>
      <p:sp>
        <p:nvSpPr>
          <p:cNvPr id="3" name="Text Placeholder 2"/>
          <p:cNvSpPr>
            <a:spLocks noGrp="1"/>
          </p:cNvSpPr>
          <p:nvPr>
            <p:ph type="body" idx="15" sz="quarter"/>
          </p:nvPr>
        </p:nvSpPr>
        <p:spPr/>
        <p:txBody>
          <a:bodyPr/>
          <a:lstStyle/>
          <a:p>
            <a:r>
              <a:t>Lead with the customer's problem before you name the product — they should be nodding before you say CTFS.</a:t>
            </a:r>
          </a:p>
        </p:txBody>
      </p:sp>
      <p:sp>
        <p:nvSpPr>
          <p:cNvPr id="5" name="Title 4"/>
          <p:cNvSpPr>
            <a:spLocks noGrp="1"/>
          </p:cNvSpPr>
          <p:nvPr>
            <p:ph type="title"/>
          </p:nvPr>
        </p:nvSpPr>
        <p:spPr/>
        <p:txBody>
          <a:bodyPr/>
          <a:lstStyle/>
          <a:p>
            <a:r>
              <a:t>Know Which Pitch Fits the Moment</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Elevator Pitch Practice — Go Live</a:t>
            </a:r>
          </a:p>
          <a:p>
            <a:r>
              <a:rPr sz="1400" b="0"/>
              <a:t>Pick your persona. Pick your version — short, medium, or long. Deliver your pitch aloud, then ask your instructor for specific feedback on clarity, relevance to that persona, and how well you handled competitive positioning.</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3</a:t>
            </a:r>
          </a:p>
        </p:txBody>
      </p:sp>
      <p:sp>
        <p:nvSpPr>
          <p:cNvPr id="4" name="Title 3"/>
          <p:cNvSpPr>
            <a:spLocks noGrp="1"/>
          </p:cNvSpPr>
          <p:nvPr>
            <p:ph type="title"/>
          </p:nvPr>
        </p:nvSpPr>
        <p:spPr/>
        <p:txBody>
          <a:bodyPr/>
          <a:lstStyle/>
          <a:p>
            <a:r>
              <a:t>CTFS Contracting Deep Dive</a:t>
            </a:r>
          </a:p>
          <a:p>
            <a:r>
              <a:rPr sz="1400" b="0"/>
              <a:t>Contracting reaches general availability at the end of November. Every person at TechIQ is going to hear about it. You need to own it.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CTA Processing Is a Burning Problem</a:t>
            </a:r>
          </a:p>
          <a:p>
            <a:r>
              <a:rPr sz="1400" b="0"/>
              <a:t>Contract execution is one of the most manual, error-prone steps in trial start-up. Delays in signing ripple into delayed site activation, delayed payments, and compressed timelines.
Every persona in the room recognizes this pain — even if they describe it differently.</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What CTFS Contracting Actually Does</a:t>
            </a:r>
          </a:p>
          <a:p>
            <a:r>
              <a:rPr sz="1400" b="0"/>
              <a:t>Streamlines authoring, exchanging, and amending clinical trial agreements between sites and sponsors.
Agentic AI ingests CTA terms — not a basic OCR scan, but intelligent models that extract, interpret, and contextualize key terms, payment triggers, and site-specific nuances.
That data feeds automatically into financial and operational workflows downstream.</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 signed CTA automatically informs payment milestones in Site Payments.</a:t>
            </a:r>
          </a:p>
        </p:txBody>
      </p:sp>
      <p:sp>
        <p:nvSpPr>
          <p:cNvPr id="3" name="Content Placeholder 2"/>
          <p:cNvSpPr>
            <a:spLocks noGrp="1"/>
          </p:cNvSpPr>
          <p:nvPr>
            <p:ph idx="20"/>
          </p:nvPr>
        </p:nvSpPr>
        <p:spPr/>
        <p:txBody>
          <a:bodyPr/>
          <a:lstStyle/>
          <a:p>
            <a:pPr>
              <a:spcAft>
                <a:spcPts val="200"/>
              </a:spcAft>
            </a:pPr>
            <a:r>
              <a:rPr sz="1600" b="1"/>
              <a:t>Contracting is the upstream trigger that makes the rest of the financial lifecycle accurate and automated.</a:t>
            </a:r>
          </a:p>
        </p:txBody>
      </p:sp>
      <p:sp>
        <p:nvSpPr>
          <p:cNvPr id="4" name="Content Placeholder 3"/>
          <p:cNvSpPr>
            <a:spLocks noGrp="1"/>
          </p:cNvSpPr>
          <p:nvPr>
            <p:ph idx="21"/>
          </p:nvPr>
        </p:nvSpPr>
        <p:spPr/>
        <p:txBody>
          <a:bodyPr/>
          <a:lstStyle/>
          <a:p>
            <a:pPr>
              <a:spcAft>
                <a:spcPts val="200"/>
              </a:spcAft>
            </a:pPr>
            <a:r>
              <a:rPr sz="1600" b="1"/>
              <a:t>Budget alignment in GrantPlan updates without manual re-entry.</a:t>
            </a:r>
          </a:p>
        </p:txBody>
      </p:sp>
      <p:sp>
        <p:nvSpPr>
          <p:cNvPr id="6" name="Title 5"/>
          <p:cNvSpPr>
            <a:spLocks noGrp="1"/>
          </p:cNvSpPr>
          <p:nvPr>
            <p:ph type="title"/>
          </p:nvPr>
        </p:nvSpPr>
        <p:spPr/>
        <p:txBody>
          <a:bodyPr/>
          <a:lstStyle/>
          <a:p>
            <a:r>
              <a:t>This Is Not a Standalone Tool</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Business Case in Plain Numbers</a:t>
            </a:r>
          </a:p>
          <a:p>
            <a:r>
              <a:rPr sz="1400" b="0"/>
              <a:t>Projected $3 million in annual savings for high-volume sponsors running 100-plus trials per year.
Assumes two CTAs per site and 200 sites per trial.
That is the cost of manual re-entry, errors, and delays — eliminated.</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7"/>
          </p:nvPr>
        </p:nvSpPr>
        <p:spPr/>
        <p:txBody>
          <a:bodyPr/>
          <a:lstStyle/>
          <a:p>
            <a:pPr>
              <a:spcAft>
                <a:spcPts val="200"/>
              </a:spcAft>
            </a:pPr>
            <a:r>
              <a:rPr sz="2000" b="1"/>
              <a:t>The rest of the CTFS suite is live and proven.</a:t>
            </a:r>
          </a:p>
          <a:p>
            <a:pPr>
              <a:spcAft>
                <a:spcPts val="200"/>
              </a:spcAft>
            </a:pPr>
            <a:r>
              <a:rPr sz="2000" b="1"/>
              <a:t>Contracting completes the upstream coverage.</a:t>
            </a:r>
          </a:p>
          <a:p>
            <a:pPr>
              <a:spcAft>
                <a:spcPts val="200"/>
              </a:spcAft>
            </a:pPr>
            <a:r>
              <a:rPr sz="2000" b="1"/>
              <a:t>Early adopters gain input into the product roadmap and get priority on new features.</a:t>
            </a:r>
          </a:p>
        </p:txBody>
      </p:sp>
      <p:sp>
        <p:nvSpPr>
          <p:cNvPr id="3" name="Text Placeholder 2"/>
          <p:cNvSpPr>
            <a:spLocks noGrp="1"/>
          </p:cNvSpPr>
          <p:nvPr>
            <p:ph type="body" idx="15" sz="quarter"/>
          </p:nvPr>
        </p:nvSpPr>
        <p:spPr/>
        <p:txBody>
          <a:bodyPr/>
          <a:lstStyle/>
          <a:p>
            <a:r>
              <a:t>If a buyer asks: why commit now when the module just launched?</a:t>
            </a:r>
          </a:p>
        </p:txBody>
      </p:sp>
      <p:sp>
        <p:nvSpPr>
          <p:cNvPr id="5" name="Title 4"/>
          <p:cNvSpPr>
            <a:spLocks noGrp="1"/>
          </p:cNvSpPr>
          <p:nvPr>
            <p:ph type="title"/>
          </p:nvPr>
        </p:nvSpPr>
        <p:spPr/>
        <p:txBody>
          <a:bodyPr/>
          <a:lstStyle/>
          <a:p>
            <a:r>
              <a:t>Handling the Timing Question</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Contracting Conversation Practice</a:t>
            </a:r>
          </a:p>
          <a:p>
            <a:r>
              <a:rPr sz="1400" b="0"/>
              <a:t>Tell your instructor you want to practice explaining the Contracting module to a specific persona — for example, a clinical ops director who is skeptical about AI accuracy. Walk through your explanation aloud, then ask your instructor for feedback on how well you connected the module to that persona's priorities.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Subtitle 2"/>
          <p:cNvSpPr>
            <a:spLocks noGrp="1"/>
          </p:cNvSpPr>
          <p:nvPr>
            <p:ph type="subTitle" idx="1"/>
          </p:nvPr>
        </p:nvSpPr>
        <p:spPr/>
        <p:txBody>
          <a:bodyPr/>
          <a:lstStyle/>
          <a:p>
            <a:r>
              <a:t>MODULE 4</a:t>
            </a:r>
          </a:p>
        </p:txBody>
      </p:sp>
      <p:sp>
        <p:nvSpPr>
          <p:cNvPr id="4" name="Title 3"/>
          <p:cNvSpPr>
            <a:spLocks noGrp="1"/>
          </p:cNvSpPr>
          <p:nvPr>
            <p:ph type="title"/>
          </p:nvPr>
        </p:nvSpPr>
        <p:spPr/>
        <p:txBody>
          <a:bodyPr/>
          <a:lstStyle/>
          <a:p>
            <a:r>
              <a:t>Objections, Qualification, and Follow-Up</a:t>
            </a:r>
          </a:p>
          <a:p>
            <a:r>
              <a:rPr sz="1400" b="0"/>
              <a:t>The best TechIQ conversation means nothing if it does not go anywhere after the event. This module is about converting great conversations into pipeline.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CTFS is new</a:t>
            </a:r>
          </a:p>
          <a:p>
            <a:pPr>
              <a:spcAft>
                <a:spcPts val="1400"/>
              </a:spcAft>
            </a:pPr>
            <a:r>
              <a:rPr sz="1400" b="0"/>
              <a:t>anchor to $15 billion processed, 200-plus geographies, 90 percent top-pharma adoption</a:t>
            </a:r>
          </a:p>
          <a:p>
            <a:pPr>
              <a:spcAft>
                <a:spcPts val="200"/>
              </a:spcAft>
            </a:pPr>
            <a:r>
              <a:rPr sz="1600" b="1"/>
              <a:t>It is too expensive</a:t>
            </a:r>
          </a:p>
          <a:p>
            <a:pPr>
              <a:spcAft>
                <a:spcPts val="1400"/>
              </a:spcAft>
            </a:pPr>
            <a:r>
              <a:rPr sz="1400" b="0"/>
              <a:t>reframe with $55,000 per day in delay costs and $3 million in projected savings</a:t>
            </a:r>
          </a:p>
        </p:txBody>
      </p:sp>
      <p:sp>
        <p:nvSpPr>
          <p:cNvPr id="3" name="Content Placeholder 2"/>
          <p:cNvSpPr>
            <a:spLocks noGrp="1"/>
          </p:cNvSpPr>
          <p:nvPr>
            <p:ph idx="18"/>
          </p:nvPr>
        </p:nvSpPr>
        <p:spPr/>
        <p:txBody>
          <a:bodyPr/>
          <a:lstStyle/>
          <a:p>
            <a:pPr>
              <a:spcAft>
                <a:spcPts val="200"/>
              </a:spcAft>
            </a:pPr>
            <a:r>
              <a:rPr sz="1600" b="1"/>
              <a:t>We already have a system</a:t>
            </a:r>
          </a:p>
          <a:p>
            <a:pPr>
              <a:spcAft>
                <a:spcPts val="1400"/>
              </a:spcAft>
            </a:pPr>
            <a:r>
              <a:rPr sz="1400" b="0"/>
              <a:t>ask what it does not unify and quantify the cost of that gap</a:t>
            </a:r>
          </a:p>
          <a:p>
            <a:pPr>
              <a:spcAft>
                <a:spcPts val="200"/>
              </a:spcAft>
            </a:pPr>
            <a:r>
              <a:rPr sz="1600" b="1"/>
              <a:t>AI sounds interesting but we are not ready</a:t>
            </a:r>
          </a:p>
          <a:p>
            <a:pPr>
              <a:spcAft>
                <a:spcPts val="1400"/>
              </a:spcAft>
            </a:pPr>
            <a:r>
              <a:rPr sz="1400" b="0"/>
              <a:t>point to proven outcomes and the sandbox pilot option</a:t>
            </a:r>
          </a:p>
        </p:txBody>
      </p:sp>
      <p:sp>
        <p:nvSpPr>
          <p:cNvPr id="5" name="Title 4"/>
          <p:cNvSpPr>
            <a:spLocks noGrp="1"/>
          </p:cNvSpPr>
          <p:nvPr>
            <p:ph type="title"/>
          </p:nvPr>
        </p:nvSpPr>
        <p:spPr/>
        <p:txBody>
          <a:bodyPr/>
          <a:lstStyle/>
          <a:p>
            <a:r>
              <a:t>Four Objections You Will Hear — and How to Answer Them</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Never Lead with Features — Lead with Unification</a:t>
            </a:r>
          </a:p>
          <a:p>
            <a:r>
              <a:rPr sz="1400" b="0"/>
              <a:t>Point solutions solve one problem and create new integration problems.
CTFS solves the whole financial lifecycle and eliminates the data handoff friction that point solutions require.
That is your competitive edge — say it confidently and say it early.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Openness to a demo or sandbox pilot within 30 days</a:t>
            </a:r>
          </a:p>
          <a:p>
            <a:pPr>
              <a:spcAft>
                <a:spcPts val="200"/>
              </a:spcAft>
            </a:pPr>
            <a:r>
              <a:rPr sz="1600" b="1"/>
              <a:t>Budget authority or visibility into the budget process</a:t>
            </a:r>
          </a:p>
        </p:txBody>
      </p:sp>
      <p:sp>
        <p:nvSpPr>
          <p:cNvPr id="3" name="Content Placeholder 2"/>
          <p:cNvSpPr>
            <a:spLocks noGrp="1"/>
          </p:cNvSpPr>
          <p:nvPr>
            <p:ph idx="18"/>
          </p:nvPr>
        </p:nvSpPr>
        <p:spPr/>
        <p:txBody>
          <a:bodyPr/>
          <a:lstStyle/>
          <a:p>
            <a:pPr>
              <a:spcAft>
                <a:spcPts val="200"/>
              </a:spcAft>
            </a:pPr>
            <a:r>
              <a:rPr sz="1600" b="1"/>
              <a:t>Expressed pain around payment delays, contract cycle times, forecasting accuracy, or site dissatisfaction</a:t>
            </a:r>
          </a:p>
          <a:p>
            <a:pPr>
              <a:spcAft>
                <a:spcPts val="200"/>
              </a:spcAft>
            </a:pPr>
            <a:r>
              <a:rPr sz="1600" b="1"/>
              <a:t>A named decision-maker or influencer willing to continue the conversation</a:t>
            </a:r>
          </a:p>
        </p:txBody>
      </p:sp>
      <p:sp>
        <p:nvSpPr>
          <p:cNvPr id="5" name="Title 4"/>
          <p:cNvSpPr>
            <a:spLocks noGrp="1"/>
          </p:cNvSpPr>
          <p:nvPr>
            <p:ph type="title"/>
          </p:nvPr>
        </p:nvSpPr>
        <p:spPr/>
        <p:txBody>
          <a:bodyPr/>
          <a:lstStyle/>
          <a:p>
            <a:r>
              <a:t>What a Qualified TechIQ Lead Looks Like</a:t>
            </a:r>
          </a:p>
        </p:txBody>
      </p:sp>
      <p:sp>
        <p:nvSpPr>
          <p:cNvPr id="6"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Capture It Before You Lose It</a:t>
            </a:r>
          </a:p>
          <a:p>
            <a:r>
              <a:rPr sz="1400" b="0"/>
              <a:t>After each conversation: note the persona, the stated pain, the qualifying signals, and the agreed next step.
A 90-second voice memo immediately after the conversation is enough. Do not rely on memory at the end of the day.</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Hear It From the Field — The Shift From Friction to Flow</a:t>
            </a:r>
          </a:p>
          <a:p>
            <a:r>
              <a:rPr sz="1400" b="0"/>
              <a:t>Listen: [ADD AUDIO LINK]</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Your 30-Day Follow-Up Plan</a:t>
            </a:r>
          </a:p>
          <a:p>
            <a:r>
              <a:rPr sz="1400" b="0"/>
              <a:t>Contact | Follow-Up Action | Target Date
— | — | —
For each key contact: define the personalized action, the scheduled date, and the milestone you are targeting within 30 days. Reference the specific pain they raised at TechIQ — generic emails get deleted, personalized ones get replies.</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9"/>
          </p:nvPr>
        </p:nvSpPr>
        <p:spPr/>
        <p:txBody>
          <a:bodyPr/>
          <a:lstStyle/>
          <a:p>
            <a:pPr>
              <a:spcAft>
                <a:spcPts val="200"/>
              </a:spcAft>
            </a:pPr>
            <a:r>
              <a:rPr sz="1600" b="1"/>
              <a:t>A scheduled discovery call or demonstration</a:t>
            </a:r>
          </a:p>
          <a:p>
            <a:pPr>
              <a:spcAft>
                <a:spcPts val="1400"/>
              </a:spcAft>
            </a:pPr>
            <a:r>
              <a:rPr sz="1400" b="0"/>
              <a:t>One of these three is your success marker for every TechIQ contact.</a:t>
            </a:r>
          </a:p>
        </p:txBody>
      </p:sp>
      <p:sp>
        <p:nvSpPr>
          <p:cNvPr id="3" name="Content Placeholder 2"/>
          <p:cNvSpPr>
            <a:spLocks noGrp="1"/>
          </p:cNvSpPr>
          <p:nvPr>
            <p:ph idx="20"/>
          </p:nvPr>
        </p:nvSpPr>
        <p:spPr/>
        <p:txBody>
          <a:bodyPr/>
          <a:lstStyle/>
          <a:p>
            <a:pPr>
              <a:spcAft>
                <a:spcPts val="200"/>
              </a:spcAft>
            </a:pPr>
            <a:r>
              <a:rPr sz="1600" b="1"/>
              <a:t>A sandbox pilot invitation accepted</a:t>
            </a:r>
          </a:p>
        </p:txBody>
      </p:sp>
      <p:sp>
        <p:nvSpPr>
          <p:cNvPr id="4" name="Content Placeholder 3"/>
          <p:cNvSpPr>
            <a:spLocks noGrp="1"/>
          </p:cNvSpPr>
          <p:nvPr>
            <p:ph idx="21"/>
          </p:nvPr>
        </p:nvSpPr>
        <p:spPr/>
        <p:txBody>
          <a:bodyPr/>
          <a:lstStyle/>
          <a:p>
            <a:pPr>
              <a:spcAft>
                <a:spcPts val="200"/>
              </a:spcAft>
            </a:pPr>
            <a:r>
              <a:rPr sz="1600" b="1"/>
              <a:t>A defined opportunity in the CRM with agreed qualification criteria</a:t>
            </a:r>
          </a:p>
        </p:txBody>
      </p:sp>
      <p:sp>
        <p:nvSpPr>
          <p:cNvPr id="6" name="Title 5"/>
          <p:cNvSpPr>
            <a:spLocks noGrp="1"/>
          </p:cNvSpPr>
          <p:nvPr>
            <p:ph type="title"/>
          </p:nvPr>
        </p:nvSpPr>
        <p:spPr/>
        <p:txBody>
          <a:bodyPr/>
          <a:lstStyle/>
          <a:p>
            <a:r>
              <a:t>30-Day Milestone Targets</a:t>
            </a:r>
          </a:p>
        </p:txBody>
      </p:sp>
      <p:sp>
        <p:nvSpPr>
          <p:cNvPr id="7"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Full-Scenario Debrief — Build Your Follow-Up Live</a:t>
            </a:r>
          </a:p>
          <a:p>
            <a:r>
              <a:rPr sz="1400" b="0"/>
              <a:t>Tell your instructor a brief TechIQ conversation scenario — the persona, the objection raised, and the qualifying signals you observed. Then ask your instructor to help you build your follow-up action for that contact using the 30-day plan structure.</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t="5123" b="29031"/>
          <a:stretch>
            <a:fillRect/>
          </a:stretch>
        </p:blipFill>
        <p:spPr/>
      </p:pic>
      <p:sp>
        <p:nvSpPr>
          <p:cNvPr id="4" name="Title 3"/>
          <p:cNvSpPr>
            <a:spLocks noGrp="1"/>
          </p:cNvSpPr>
          <p:nvPr>
            <p:ph type="title"/>
          </p:nvPr>
        </p:nvSpPr>
        <p:spPr/>
        <p:txBody>
          <a:bodyPr/>
          <a:lstStyle/>
          <a:p>
            <a:r>
              <a:t>Optional — Quick Confidence Check</a:t>
            </a:r>
          </a:p>
          <a:p>
            <a:r>
              <a:rPr sz="1400" b="0"/>
              <a:t>Before you walk into TechIQ, take a moment for a private, optional knowledge check. It is just for you — nothing is recorded, nothing is shared. Use it to spot any gaps and close them before the conversations start.</a:t>
            </a:r>
          </a:p>
        </p:txBody>
      </p:sp>
      <p:sp>
        <p:nvSpPr>
          <p:cNvPr id="5" name="Footer (copyright)"/>
          <p:cNvSpPr txBox="1"/>
          <p:nvPr/>
        </p:nvSpPr>
        <p:spPr>
          <a:xfrm>
            <a:off x="384694" y="6387858"/>
            <a:ext cx="9285484" cy="338087"/>
          </a:xfrm>
          <a:prstGeom prst="rect">
            <a:avLst/>
          </a:prstGeom>
          <a:noFill/>
        </p:spPr>
        <p:txBody>
          <a:bodyPr wrap="none" anchor="b">
            <a:spAutoFit/>
          </a:bodyPr>
          <a:lstStyle/>
          <a:p>
            <a:r>
              <a:rPr sz="800">
                <a:solidFill>
                  <a:srgbClr val="2B3A42"/>
                </a:solidFill>
              </a:rPr>
              <a:t>© 2026. All rights reserved. IQVIA® is a registered trademark of IQVIA Inc. in the United States, the European Union, and various other countries.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Placeholder 1" descr="image.jpg"/>
          <p:cNvPicPr>
            <a:picLocks noGrp="1" noChangeAspect="1"/>
          </p:cNvPicPr>
          <p:nvPr>
            <p:ph type="pic" idx="14" sz="quarter"/>
          </p:nvPr>
        </p:nvPicPr>
        <p:blipFill>
          <a:blip r:embed="rId2"/>
          <a:srcRect l="15743" r="15743"/>
          <a:stretch>
            <a:fillRect/>
          </a:stretch>
        </p:blipFill>
        <p:spPr/>
      </p:pic>
      <p:sp>
        <p:nvSpPr>
          <p:cNvPr id="3" name="Title 2"/>
          <p:cNvSpPr>
            <a:spLocks noGrp="1"/>
          </p:cNvSpPr>
          <p:nvPr>
            <p:ph type="title"/>
          </p:nvPr>
        </p:nvSpPr>
        <p:spPr/>
        <p:txBody>
          <a:bodyPr/>
          <a:lstStyle/>
          <a:p>
            <a:r>
              <a:t>You Are Ready. Now Go Make It Count.</a:t>
            </a:r>
          </a:p>
          <a:p>
            <a:r>
              <a:rPr sz="1400" b="0"/>
              <a:t>You know the buyers. You know the pitch. You know how to handle the pushback and qualify what matters.
One action to take right now: open your notes and write down the name of one person you expect to see at TechIQ — and decide which persona they are and which pitch version you will lead with.
See you out there.</a:t>
            </a:r>
          </a:p>
        </p:txBody>
      </p:sp>
      <p:sp>
        <p:nvSpPr>
          <p:cNvPr id="4" name="Footer (copyright)"/>
          <p:cNvSpPr txBox="1"/>
          <p:nvPr/>
        </p:nvSpPr>
        <p:spPr>
          <a:xfrm>
            <a:off x="384694" y="6387858"/>
            <a:ext cx="9285484" cy="338087"/>
          </a:xfrm>
          <a:prstGeom prst="rect">
            <a:avLst/>
          </a:prstGeom>
          <a:noFill/>
        </p:spPr>
        <p:txBody>
          <a:bodyPr wrap="none" anchor="b">
            <a:spAutoFit/>
          </a:bodyPr>
          <a:lstStyle/>
          <a:p>
            <a:r>
              <a:rPr sz="800">
                <a:solidFill>
                  <a:srgbClr val="FFFFFF"/>
                </a:solidFill>
              </a:rPr>
              <a:t>© 2026. All rights reserved. IQVIA® is a registered trademark of IQVIA Inc. in the United States, the European Union, and various other countries.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QVIA_V4.0.0">
  <a:themeElements>
    <a:clrScheme name="IQVIA_2026">
      <a:dk1>
        <a:srgbClr val="2B3A42"/>
      </a:dk1>
      <a:lt1>
        <a:srgbClr val="FFFFFF"/>
      </a:lt1>
      <a:dk2>
        <a:srgbClr val="140B42"/>
      </a:dk2>
      <a:lt2>
        <a:srgbClr val="F3F3F3"/>
      </a:lt2>
      <a:accent1>
        <a:srgbClr val="00A3E0"/>
      </a:accent1>
      <a:accent2>
        <a:srgbClr val="005587"/>
      </a:accent2>
      <a:accent3>
        <a:srgbClr val="00BFB3"/>
      </a:accent3>
      <a:accent4>
        <a:srgbClr val="008F86"/>
      </a:accent4>
      <a:accent5>
        <a:srgbClr val="43B02A"/>
      </a:accent5>
      <a:accent6>
        <a:srgbClr val="027223"/>
      </a:accent6>
      <a:hlink>
        <a:srgbClr val="00A3E0"/>
      </a:hlink>
      <a:folHlink>
        <a:srgbClr val="005587"/>
      </a:folHlink>
    </a:clrScheme>
    <a:fontScheme name="IQVIA_2026">
      <a:majorFont>
        <a:latin typeface="Noto Sans"/>
        <a:ea typeface=""/>
        <a:cs typeface=""/>
      </a:majorFont>
      <a:minorFont>
        <a:latin typeface="Noto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t" anchorCtr="0"/>
      <a:lstStyle>
        <a:defPPr algn="l">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lgn="l">
          <a:defRPr sz="1600" dirty="0" err="1" smtClean="0"/>
        </a:defPPr>
      </a:lstStyle>
    </a:txDef>
  </a:objectDefaults>
  <a:extraClrSchemeLst/>
  <a:extLst>
    <a:ext uri="{05A4C25C-085E-4340-85A3-A5531E510DB2}">
      <thm15:themeFamily xmlns:thm15="http://schemas.microsoft.com/office/thememl/2012/main" name="20 - IQVIA PowerPoint Template" id="{681B8FA6-783C-4064-AD29-ED915C0E4723}" vid="{9C6AE803-A862-4FB3-AAE9-E4D8839A5974}"/>
    </a:ext>
  </a:extLst>
</a:theme>
</file>

<file path=ppt/theme/theme2.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IQVIA">
      <a:dk1>
        <a:srgbClr val="2B3A42"/>
      </a:dk1>
      <a:lt1>
        <a:sysClr val="window" lastClr="FFFFFF"/>
      </a:lt1>
      <a:dk2>
        <a:srgbClr val="005587"/>
      </a:dk2>
      <a:lt2>
        <a:srgbClr val="00A3E0"/>
      </a:lt2>
      <a:accent1>
        <a:srgbClr val="FE8A12"/>
      </a:accent1>
      <a:accent2>
        <a:srgbClr val="43B02A"/>
      </a:accent2>
      <a:accent3>
        <a:srgbClr val="027223"/>
      </a:accent3>
      <a:accent4>
        <a:srgbClr val="00C7B1"/>
      </a:accent4>
      <a:accent5>
        <a:srgbClr val="FFD100"/>
      </a:accent5>
      <a:accent6>
        <a:srgbClr val="3F5765"/>
      </a:accent6>
      <a:hlink>
        <a:srgbClr val="2B3A42"/>
      </a:hlink>
      <a:folHlink>
        <a:srgbClr val="005587"/>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9B07D81026105D4A96CC549AF399F9EC" ma:contentTypeVersion="17" ma:contentTypeDescription="Create a new document." ma:contentTypeScope="" ma:versionID="fa4430dc4c21f516a0ea8727717e8185">
  <xsd:schema xmlns:xsd="http://www.w3.org/2001/XMLSchema" xmlns:xs="http://www.w3.org/2001/XMLSchema" xmlns:p="http://schemas.microsoft.com/office/2006/metadata/properties" xmlns:ns2="922c0e8c-949e-4f82-b5d7-f80c61f19baa" xmlns:ns3="92883777-d4b3-49f8-b75c-8342c7c93585" xmlns:ns4="fbbcf6ee-9fbd-400c-b917-9fe3efcb3dea" targetNamespace="http://schemas.microsoft.com/office/2006/metadata/properties" ma:root="true" ma:fieldsID="575a63fb06306787fbe1e1f86f8fb88e" ns2:_="" ns3:_="" ns4:_="">
    <xsd:import namespace="922c0e8c-949e-4f82-b5d7-f80c61f19baa"/>
    <xsd:import namespace="92883777-d4b3-49f8-b75c-8342c7c93585"/>
    <xsd:import namespace="fbbcf6ee-9fbd-400c-b917-9fe3efcb3de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DocTags" minOccurs="0"/>
                <xsd:element ref="ns2:MediaServiceObjectDetectorVersion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22c0e8c-949e-4f82-b5d7-f80c61f19ba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ocTags" ma:index="14" nillable="true" ma:displayName="MediaServiceDocTags" ma:hidden="true" ma:internalName="MediaServiceDocTags" ma:readOnly="true">
      <xsd:simpleType>
        <xsd:restriction base="dms:Note"/>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68784c8-5187-4d12-af89-ac967a811220"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Location" ma:index="22" nillable="true" ma:displayName="Location" ma:indexed="true" ma:internalName="MediaServiceLocation"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2883777-d4b3-49f8-b75c-8342c7c9358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bcf6ee-9fbd-400c-b917-9fe3efcb3dea"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c1d28bd-dd95-4e24-9562-4d602a3f80e3}" ma:internalName="TaxCatchAll" ma:showField="CatchAllData" ma:web="92883777-d4b3-49f8-b75c-8342c7c9358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fbbcf6ee-9fbd-400c-b917-9fe3efcb3dea" xsi:nil="true"/>
    <lcf76f155ced4ddcb4097134ff3c332f xmlns="922c0e8c-949e-4f82-b5d7-f80c61f19baa">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256E5AA-B6DE-4310-B322-892C4680C8C4}">
  <ds:schemaRefs>
    <ds:schemaRef ds:uri="http://schemas.microsoft.com/sharepoint/v3/contenttype/forms"/>
  </ds:schemaRefs>
</ds:datastoreItem>
</file>

<file path=customXml/itemProps2.xml><?xml version="1.0" encoding="utf-8"?>
<ds:datastoreItem xmlns:ds="http://schemas.openxmlformats.org/officeDocument/2006/customXml" ds:itemID="{D2EF0716-964B-4EA4-9C8D-563840F44F99}">
  <ds:schemaRefs>
    <ds:schemaRef ds:uri="922c0e8c-949e-4f82-b5d7-f80c61f19baa"/>
    <ds:schemaRef ds:uri="92883777-d4b3-49f8-b75c-8342c7c93585"/>
    <ds:schemaRef ds:uri="fbbcf6ee-9fbd-400c-b917-9fe3efcb3de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D566C6A5-F902-427E-9089-4B03666BF5BC}">
  <ds:schemaRefs>
    <ds:schemaRef ds:uri="922c0e8c-949e-4f82-b5d7-f80c61f19baa"/>
    <ds:schemaRef ds:uri="92883777-d4b3-49f8-b75c-8342c7c93585"/>
    <ds:schemaRef ds:uri="fbbcf6ee-9fbd-400c-b917-9fe3efcb3dea"/>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clbl:label id="{5989ece0-f90e-40bf-9c79-1a7beccdb861}" enabled="0" method="" siteId="{5989ece0-f90e-40bf-9c79-1a7beccdb861}" removed="1"/>
</clbl:labelList>
</file>

<file path=docProps/app.xml><?xml version="1.0" encoding="utf-8"?>
<Properties xmlns="http://schemas.openxmlformats.org/officeDocument/2006/extended-properties" xmlns:vt="http://schemas.openxmlformats.org/officeDocument/2006/docPropsVTypes">
  <Template>blank</Template>
  <TotalTime>17</TotalTime>
  <Words>437</Words>
  <Application>Microsoft Office PowerPoint</Application>
  <PresentationFormat>Widescreen</PresentationFormat>
  <Paragraphs>41</Paragraphs>
  <Slides>4</Slides>
  <Notes>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4</vt:i4>
      </vt:variant>
    </vt:vector>
  </HeadingPairs>
  <TitlesOfParts>
    <vt:vector size="14" baseType="lpstr">
      <vt:lpstr>ＭＳ Ｐゴシック</vt:lpstr>
      <vt:lpstr>Aptos</vt:lpstr>
      <vt:lpstr>Arial</vt:lpstr>
      <vt:lpstr>Georgia</vt:lpstr>
      <vt:lpstr>Noto Sans</vt:lpstr>
      <vt:lpstr>Noto Sans Light</vt:lpstr>
      <vt:lpstr>Segoe UI</vt:lpstr>
      <vt:lpstr>Wingdings</vt:lpstr>
      <vt:lpstr>IQVIA_V4.0.0</vt:lpstr>
      <vt:lpstr>think-cell Slide</vt:lpstr>
      <vt:lpstr>PowerPoint Presentation</vt:lpstr>
      <vt:lpstr>IQVIA  Primary Slide Bank</vt:lpstr>
      <vt:lpstr>Welcome to the new PowerPoint IQVIA V4.0.0 template</vt:lpstr>
      <vt:lpstr>Colors within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Phillips, Kelly</dc:creator>
  <cp:lastModifiedBy>Joe DiDonato</cp:lastModifiedBy>
  <cp:revision>1</cp:revision>
  <cp:lastPrinted>2019-08-20T20:33:24Z</cp:lastPrinted>
  <dcterms:created xsi:type="dcterms:W3CDTF">2026-07-09T20:14:41Z</dcterms:created>
  <dcterms:modified xsi:type="dcterms:W3CDTF">2026-09-04T23:30:20Z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0x0101009B07D81026105D4A96CC549AF399F9EC</vt:lpwstr>
  </property>
  <property fmtid="{D5CDD505-2E9C-101B-9397-08002B2CF9AE}" pid="3" name="MediaServiceImageTags">
    <vt:lpwstr/>
  </property>
</Properties>
</file>